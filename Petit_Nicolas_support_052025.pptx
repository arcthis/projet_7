
<file path=[Content_Types].xml><?xml version="1.0" encoding="utf-8"?>
<Types xmlns="http://schemas.openxmlformats.org/package/2006/content-types">
  <Default Extension="wmf" ContentType="image/x-wmf"/>
  <Default Extension="png" ContentType="image/png"/>
  <Default Extension="jpeg" ContentType="image/jpeg"/>
  <Default Extension="xml" ContentType="application/xml"/>
  <Default Extension="rels" ContentType="application/vnd.openxmlformats-package.relationships+xml"/>
  <Default Extension="bin" ContentType="application/vnd.openxmlformats-officedocument.oleObject"/>
  <Override PartName="/ppt/notesSlides/notesSlide24.xml" ContentType="application/vnd.openxmlformats-officedocument.presentationml.notesSlide+xml"/>
  <Override PartName="/ppt/notesSlides/notesSlide21.xml" ContentType="application/vnd.openxmlformats-officedocument.presentationml.notesSlide+xml"/>
  <Override PartName="/ppt/notesSlides/notesSlide20.xml" ContentType="application/vnd.openxmlformats-officedocument.presentationml.notesSlide+xml"/>
  <Override PartName="/ppt/notesSlides/notesSlide18.xml" ContentType="application/vnd.openxmlformats-officedocument.presentationml.notesSlide+xml"/>
  <Override PartName="/ppt/notesSlides/notesSlide13.xml" ContentType="application/vnd.openxmlformats-officedocument.presentationml.notesSlide+xml"/>
  <Override PartName="/ppt/notesSlides/notesSlide9.xml" ContentType="application/vnd.openxmlformats-officedocument.presentationml.notesSlide+xml"/>
  <Override PartName="/ppt/notesSlides/notesSlide8.xml" ContentType="application/vnd.openxmlformats-officedocument.presentationml.notesSlide+xml"/>
  <Override PartName="/ppt/notesSlides/notesSlide16.xml" ContentType="application/vnd.openxmlformats-officedocument.presentationml.notesSlide+xml"/>
  <Override PartName="/ppt/notesSlides/notesSlide7.xml" ContentType="application/vnd.openxmlformats-officedocument.presentationml.notesSlide+xml"/>
  <Override PartName="/ppt/notesSlides/notesSlide6.xml" ContentType="application/vnd.openxmlformats-officedocument.presentationml.notesSlide+xml"/>
  <Override PartName="/ppt/notesSlides/notesSlide5.xml" ContentType="application/vnd.openxmlformats-officedocument.presentationml.notesSlide+xml"/>
  <Override PartName="/ppt/notesSlides/notesSlide4.xml" ContentType="application/vnd.openxmlformats-officedocument.presentationml.notesSlide+xml"/>
  <Override PartName="/ppt/notesSlides/notesSlide2.xml" ContentType="application/vnd.openxmlformats-officedocument.presentationml.notesSlide+xml"/>
  <Override PartName="/ppt/notesSlides/notesSlide1.xml" ContentType="application/vnd.openxmlformats-officedocument.presentationml.notesSlide+xml"/>
  <Override PartName="/ppt/notesSlides/notesSlide10.xml" ContentType="application/vnd.openxmlformats-officedocument.presentationml.notesSlide+xml"/>
  <Override PartName="/ppt/slides/slide23.xml" ContentType="application/vnd.openxmlformats-officedocument.presentationml.slide+xml"/>
  <Override PartName="/ppt/slides/slide22.xml" ContentType="application/vnd.openxmlformats-officedocument.presentationml.slide+xml"/>
  <Override PartName="/ppt/slides/slide19.xml" ContentType="application/vnd.openxmlformats-officedocument.presentationml.slide+xml"/>
  <Override PartName="/ppt/slides/slide18.xml" ContentType="application/vnd.openxmlformats-officedocument.presentationml.slide+xml"/>
  <Override PartName="/ppt/notesSlides/notesSlide3.xml" ContentType="application/vnd.openxmlformats-officedocument.presentationml.notesSlide+xml"/>
  <Override PartName="/ppt/slides/slide17.xml" ContentType="application/vnd.openxmlformats-officedocument.presentationml.slide+xml"/>
  <Override PartName="/ppt/notesSlides/notesSlide19.xml" ContentType="application/vnd.openxmlformats-officedocument.presentationml.notesSlide+xml"/>
  <Override PartName="/ppt/slides/slide13.xml" ContentType="application/vnd.openxmlformats-officedocument.presentationml.slide+xml"/>
  <Override PartName="/ppt/slides/slide20.xml" ContentType="application/vnd.openxmlformats-officedocument.presentationml.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0.xml" ContentType="application/vnd.openxmlformats-officedocument.presentationml.slide+xml"/>
  <Override PartName="/ppt/slides/slide7.xml" ContentType="application/vnd.openxmlformats-officedocument.presentationml.slide+xml"/>
  <Override PartName="/ppt/slides/slide21.xml" ContentType="application/vnd.openxmlformats-officedocument.presentationml.slide+xml"/>
  <Override PartName="/ppt/slides/slide6.xml" ContentType="application/vnd.openxmlformats-officedocument.presentationml.slide+xml"/>
  <Override PartName="/ppt/notesSlides/notesSlide15.xml" ContentType="application/vnd.openxmlformats-officedocument.presentationml.notesSlide+xml"/>
  <Override PartName="/ppt/slides/slide8.xml" ContentType="application/vnd.openxmlformats-officedocument.presentationml.slide+xml"/>
  <Override PartName="/ppt/slideLayouts/slideLayout9.xml" ContentType="application/vnd.openxmlformats-officedocument.presentationml.slideLayout+xml"/>
  <Override PartName="/ppt/slides/slide1.xml" ContentType="application/vnd.openxmlformats-officedocument.presentationml.slide+xml"/>
  <Override PartName="/ppt/notesSlides/notesSlide14.xml" ContentType="application/vnd.openxmlformats-officedocument.presentationml.notesSlide+xml"/>
  <Override PartName="/ppt/slideLayouts/slideLayout8.xml" ContentType="application/vnd.openxmlformats-officedocument.presentationml.slideLayout+xml"/>
  <Override PartName="/ppt/slides/slide4.xml" ContentType="application/vnd.openxmlformats-officedocument.presentationml.slide+xml"/>
  <Override PartName="/ppt/slideLayouts/slideLayout4.xml" ContentType="application/vnd.openxmlformats-officedocument.presentationml.slideLayout+xml"/>
  <Override PartName="/ppt/slideLayouts/slideLayout3.xml" ContentType="application/vnd.openxmlformats-officedocument.presentationml.slideLayout+xml"/>
  <Override PartName="/ppt/slides/slide9.xml" ContentType="application/vnd.openxmlformats-officedocument.presentationml.slide+xml"/>
  <Override PartName="/ppt/slideLayouts/slideLayout2.xml" ContentType="application/vnd.openxmlformats-officedocument.presentationml.slideLayout+xml"/>
  <Override PartName="/ppt/slides/slide5.xml" ContentType="application/vnd.openxmlformats-officedocument.presentationml.slide+xml"/>
  <Override PartName="/ppt/slides/slide3.xml" ContentType="application/vnd.openxmlformats-officedocument.presentationml.slide+xml"/>
  <Override PartName="/ppt/slides/slide12.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slideLayouts/slideLayout10.xml" ContentType="application/vnd.openxmlformats-officedocument.presentationml.slideLayout+xml"/>
  <Override PartName="/ppt/slideLayouts/slideLayout7.xml" ContentType="application/vnd.openxmlformats-officedocument.presentationml.slideLayout+xml"/>
  <Override PartName="/ppt/slides/slide14.xml" ContentType="application/vnd.openxmlformats-officedocument.presentationml.slide+xml"/>
  <Override PartName="/ppt/slideMasters/slideMaster1.xml" ContentType="application/vnd.openxmlformats-officedocument.presentationml.slideMaster+xml"/>
  <Override PartName="/ppt/notesSlides/notesSlide23.xml" ContentType="application/vnd.openxmlformats-officedocument.presentationml.notesSlide+xml"/>
  <Override PartName="/ppt/theme/theme2.xml" ContentType="application/vnd.openxmlformats-officedocument.theme+xml"/>
  <Override PartName="/ppt/slideLayouts/slideLayout11.xml" ContentType="application/vnd.openxmlformats-officedocument.presentationml.slideLayout+xml"/>
  <Override PartName="/ppt/notesSlides/notesSlide17.xml" ContentType="application/vnd.openxmlformats-officedocument.presentationml.notesSlide+xml"/>
  <Override PartName="/ppt/slides/slide24.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slides/slide16.xml" ContentType="application/vnd.openxmlformats-officedocument.presentationml.slide+xml"/>
  <Override PartName="/ppt/slideLayouts/slideLayout1.xml" ContentType="application/vnd.openxmlformats-officedocument.presentationml.slideLayout+xml"/>
  <Override PartName="/ppt/slides/slide2.xml" ContentType="application/vnd.openxmlformats-officedocument.presentationml.slide+xml"/>
  <Override PartName="/ppt/viewProps.xml" ContentType="application/vnd.openxmlformats-officedocument.presentationml.viewProps+xml"/>
  <Override PartName="/ppt/presProps.xml" ContentType="application/vnd.openxmlformats-officedocument.presentationml.presProps+xml"/>
  <Override PartName="/ppt/slideLayouts/slideLayout6.xml" ContentType="application/vnd.openxmlformats-officedocument.presentationml.slideLayout+xml"/>
  <Override PartName="/ppt/notesSlides/notesSlide12.xml" ContentType="application/vnd.openxmlformats-officedocument.presentationml.notesSlide+xml"/>
  <Override PartName="/ppt/notesSlides/notesSlide22.xml" ContentType="application/vnd.openxmlformats-officedocument.presentationml.notesSlide+xml"/>
  <Override PartName="/ppt/slideLayouts/slideLayout5.xml" ContentType="application/vnd.openxmlformats-officedocument.presentationml.slideLayout+xml"/>
  <Override PartName="/ppt/presentation.xml" ContentType="application/vnd.openxmlformats-officedocument.presentationml.presentation.main+xml"/>
  <Override PartName="/docProps/core.xml" ContentType="application/vnd.openxmlformats-package.core-properties+xml"/>
  <Override PartName="/docProps/app.xml" ContentType="application/vnd.openxmlformats-officedocument.extended-properties+xml"/>
</Types>
</file>

<file path=_rels/.rels><?xml version="1.0" encoding="UTF-8" standalone="yes"?><Relationships xmlns="http://schemas.openxmlformats.org/package/2006/relationships"><Relationship Id="rId3" Type="http://schemas.openxmlformats.org/package/2006/relationships/metadata/core-properties" Target="docProps/core.xml"/><Relationship Id="rId1" Type="http://schemas.openxmlformats.org/officeDocument/2006/relationships/officeDocument" Target="ppt/presentation.xml"/><Relationship Id="rId2"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autoCompressPictures="0" embedTrueTypeFonts="1" saveSubsetFonts="1" strictFirstAndLastChars="0">
  <p:sldMasterIdLst>
    <p:sldMasterId id="2147483648" r:id="rId1"/>
  </p:sldMasterIdLst>
  <p:notesMasterIdLst>
    <p:notesMasterId r:id="rId28"/>
  </p:notesMasterIdLst>
  <p:sldIdLst>
    <p:sldId id="256" r:id="rId4"/>
    <p:sldId id="257" r:id="rId5"/>
    <p:sldId id="258" r:id="rId6"/>
    <p:sldId id="259" r:id="rId7"/>
    <p:sldId id="260" r:id="rId8"/>
    <p:sldId id="261" r:id="rId9"/>
    <p:sldId id="262" r:id="rId10"/>
    <p:sldId id="263" r:id="rId11"/>
    <p:sldId id="264" r:id="rId12"/>
    <p:sldId id="265" r:id="rId13"/>
    <p:sldId id="266" r:id="rId14"/>
    <p:sldId id="267" r:id="rId15"/>
    <p:sldId id="268" r:id="rId16"/>
    <p:sldId id="269" r:id="rId17"/>
    <p:sldId id="270" r:id="rId18"/>
    <p:sldId id="271" r:id="rId19"/>
    <p:sldId id="272" r:id="rId20"/>
    <p:sldId id="273" r:id="rId21"/>
    <p:sldId id="274" r:id="rId22"/>
    <p:sldId id="275" r:id="rId23"/>
    <p:sldId id="276" r:id="rId24"/>
    <p:sldId id="277" r:id="rId25"/>
    <p:sldId id="278" r:id="rId26"/>
    <p:sldId id="279" r:id="rId27"/>
  </p:sldIdLst>
  <p:sldSz cx="9144000" cy="5143500"/>
  <p:notesSz cx="6858000" cy="9144000"/>
  <p:defaultTextStyle>
    <a:defPPr marR="0" lvl="0" algn="l">
      <a:lnSpc>
        <a:spcPct val="100000"/>
      </a:lnSpc>
      <a:spcBef>
        <a:spcPts val="0"/>
      </a:spcBef>
      <a:spcAft>
        <a:spcPts val="0"/>
      </a:spcAft>
    </a:defPPr>
    <a:lvl1pPr marR="0" lvl="0" algn="l">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1pPr>
    <a:lvl2pPr marR="0" lvl="1" algn="l">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2pPr>
    <a:lvl3pPr marR="0" lvl="2" algn="l">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3pPr>
    <a:lvl4pPr marR="0" lvl="3" algn="l">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4pPr>
    <a:lvl5pPr marR="0" lvl="4" algn="l">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5pPr>
    <a:lvl6pPr marR="0" lvl="5" algn="l">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6pPr>
    <a:lvl7pPr marR="0" lvl="6" algn="l">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7pPr>
    <a:lvl8pPr marR="0" lvl="7" algn="l">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8pPr>
    <a:lvl9pPr marR="0" lvl="8" algn="l">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theme" Target="theme/theme1.xml"/><Relationship Id="rId3" Type="http://schemas.openxmlformats.org/officeDocument/2006/relationships/theme" Target="theme/theme2.xml"/><Relationship Id="rId4" Type="http://schemas.openxmlformats.org/officeDocument/2006/relationships/slide" Target="slides/slide1.xml"/><Relationship Id="rId5" Type="http://schemas.openxmlformats.org/officeDocument/2006/relationships/slide" Target="slides/slide2.xml"/><Relationship Id="rId6" Type="http://schemas.openxmlformats.org/officeDocument/2006/relationships/slide" Target="slides/slide3.xml"/><Relationship Id="rId7" Type="http://schemas.openxmlformats.org/officeDocument/2006/relationships/slide" Target="slides/slide4.xml"/><Relationship Id="rId8" Type="http://schemas.openxmlformats.org/officeDocument/2006/relationships/slide" Target="slides/slide5.xml"/><Relationship Id="rId9" Type="http://schemas.openxmlformats.org/officeDocument/2006/relationships/slide" Target="slides/slide6.xml"/><Relationship Id="rId10" Type="http://schemas.openxmlformats.org/officeDocument/2006/relationships/slide" Target="slides/slide7.xml"/><Relationship Id="rId11" Type="http://schemas.openxmlformats.org/officeDocument/2006/relationships/slide" Target="slides/slide8.xml"/><Relationship Id="rId12" Type="http://schemas.openxmlformats.org/officeDocument/2006/relationships/slide" Target="slides/slide9.xml"/><Relationship Id="rId13" Type="http://schemas.openxmlformats.org/officeDocument/2006/relationships/slide" Target="slides/slide10.xml"/><Relationship Id="rId14" Type="http://schemas.openxmlformats.org/officeDocument/2006/relationships/slide" Target="slides/slide11.xml"/><Relationship Id="rId15" Type="http://schemas.openxmlformats.org/officeDocument/2006/relationships/slide" Target="slides/slide12.xml"/><Relationship Id="rId16" Type="http://schemas.openxmlformats.org/officeDocument/2006/relationships/slide" Target="slides/slide13.xml"/><Relationship Id="rId17" Type="http://schemas.openxmlformats.org/officeDocument/2006/relationships/slide" Target="slides/slide14.xml"/><Relationship Id="rId18" Type="http://schemas.openxmlformats.org/officeDocument/2006/relationships/slide" Target="slides/slide15.xml"/><Relationship Id="rId19" Type="http://schemas.openxmlformats.org/officeDocument/2006/relationships/slide" Target="slides/slide16.xml"/><Relationship Id="rId20" Type="http://schemas.openxmlformats.org/officeDocument/2006/relationships/slide" Target="slides/slide17.xml"/><Relationship Id="rId21" Type="http://schemas.openxmlformats.org/officeDocument/2006/relationships/slide" Target="slides/slide18.xml"/><Relationship Id="rId22" Type="http://schemas.openxmlformats.org/officeDocument/2006/relationships/slide" Target="slides/slide19.xml"/><Relationship Id="rId23" Type="http://schemas.openxmlformats.org/officeDocument/2006/relationships/slide" Target="slides/slide20.xml"/><Relationship Id="rId24" Type="http://schemas.openxmlformats.org/officeDocument/2006/relationships/slide" Target="slides/slide21.xml"/><Relationship Id="rId25" Type="http://schemas.openxmlformats.org/officeDocument/2006/relationships/slide" Target="slides/slide22.xml"/><Relationship Id="rId26" Type="http://schemas.openxmlformats.org/officeDocument/2006/relationships/slide" Target="slides/slide23.xml"/><Relationship Id="rId27" Type="http://schemas.openxmlformats.org/officeDocument/2006/relationships/slide" Target="slides/slide24.xml"/><Relationship Id="rId28" Type="http://schemas.openxmlformats.org/officeDocument/2006/relationships/notesMaster" Target="notesMasters/notesMaster1.xml"/><Relationship Id="rId29" Type="http://schemas.openxmlformats.org/officeDocument/2006/relationships/presProps" Target="presProps.xml" /><Relationship Id="rId30" Type="http://schemas.openxmlformats.org/officeDocument/2006/relationships/tableStyles" Target="tableStyles.xml" /><Relationship Id="rId31" Type="http://schemas.openxmlformats.org/officeDocument/2006/relationships/viewProps" Target="viewProps.xml" /></Relationships>
</file>

<file path=ppt/notesMasters/_rels/notesMaster1.xml.rels><?xml version="1.0" encoding="UTF-8" standalone="yes"?><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name="">
    <p:spTree>
      <p:nvGrpSpPr>
        <p:cNvPr id="1" name=""/>
        <p:cNvGrpSpPr/>
        <p:nvPr/>
      </p:nvGrpSpPr>
      <p:grpSpPr bwMode="auto">
        <a:xfrm>
          <a:off x="0" y="0"/>
          <a:ext cx="0" cy="0"/>
          <a:chOff x="0" y="0"/>
          <a:chExt cx="0" cy="0"/>
        </a:xfrm>
      </p:grpSpPr>
      <p:sp>
        <p:nvSpPr>
          <p:cNvPr id="3" name="Google Shape;3;n"/>
          <p:cNvSpPr/>
          <p:nvPr>
            <p:ph type="sldImg" idx="2"/>
          </p:nvPr>
        </p:nvSpPr>
        <p:spPr bwMode="auto">
          <a:xfrm>
            <a:off x="381300" y="685800"/>
            <a:ext cx="6096075" cy="3429000"/>
          </a:xfrm>
          <a:custGeom>
            <a:avLst/>
            <a:gdLst/>
            <a:ahLst/>
            <a:cxnLst/>
            <a:rect l="l" t="t" r="r" b="b"/>
            <a:pathLst>
              <a:path w="120000" h="120000" fill="norm" stroke="1"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p:nvPr>
            <p:ph type="body" idx="1"/>
          </p:nvPr>
        </p:nvSpPr>
        <p:spPr bwMode="auto">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pPr>
              <a:defRPr/>
            </a:pPr>
            <a:endParaRPr/>
          </a:p>
        </p:txBody>
      </p:sp>
    </p:spTree>
  </p:cSld>
  <p:clrMap bg1="lt1" tx1="dk1" bg2="dk2" tx2="lt2" accent1="accent1" accent2="accent2" accent3="accent3" accent4="accent4" accent5="accent5" accent6="accent6" hlink="hlink" folHlink="folHlink"/>
  <p:hf dt="0" ftr="0" hdr="0" sldNum="0"/>
  <p:notesStyle>
    <a:defPPr marR="0" lvl="0" algn="l">
      <a:lnSpc>
        <a:spcPct val="100000"/>
      </a:lnSpc>
      <a:spcBef>
        <a:spcPts val="0"/>
      </a:spcBef>
      <a:spcAft>
        <a:spcPts val="0"/>
      </a:spcAft>
    </a:defPPr>
    <a:lvl1pPr marR="0" lvl="0" algn="l">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1pPr>
    <a:lvl2pPr marR="0" lvl="1" algn="l">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2pPr>
    <a:lvl3pPr marR="0" lvl="2" algn="l">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3pPr>
    <a:lvl4pPr marR="0" lvl="3" algn="l">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4pPr>
    <a:lvl5pPr marR="0" lvl="4" algn="l">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5pPr>
    <a:lvl6pPr marR="0" lvl="5" algn="l">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6pPr>
    <a:lvl7pPr marR="0" lvl="6" algn="l">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7pPr>
    <a:lvl8pPr marR="0" lvl="7" algn="l">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8pPr>
    <a:lvl9pPr marR="0" lvl="8" algn="l">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showMasterPhAnim="0" showMasterSp="0">
  <p:cSld name="">
    <p:spTree>
      <p:nvGrpSpPr>
        <p:cNvPr id="1" name=""/>
        <p:cNvGrpSpPr/>
        <p:nvPr/>
      </p:nvGrpSpPr>
      <p:grpSpPr bwMode="auto">
        <a:xfrm>
          <a:off x="0" y="0"/>
          <a:ext cx="0" cy="0"/>
          <a:chOff x="0" y="0"/>
          <a:chExt cx="0" cy="0"/>
        </a:xfrm>
      </p:grpSpPr>
      <p:sp>
        <p:nvSpPr>
          <p:cNvPr id="51" name="Google Shape;51;p:notes"/>
          <p:cNvSpPr/>
          <p:nvPr>
            <p:ph type="sldImg" idx="2"/>
          </p:nvPr>
        </p:nvSpPr>
        <p:spPr bwMode="auto">
          <a:xfrm>
            <a:off x="381300" y="685800"/>
            <a:ext cx="6096075" cy="3429000"/>
          </a:xfrm>
          <a:custGeom>
            <a:avLst/>
            <a:gdLst/>
            <a:ahLst/>
            <a:cxnLst/>
            <a:rect l="l" t="t" r="r" b="b"/>
            <a:pathLst>
              <a:path w="120000" h="120000" fill="norm" stroke="1" extrusionOk="0">
                <a:moveTo>
                  <a:pt x="0" y="0"/>
                </a:moveTo>
                <a:lnTo>
                  <a:pt x="120000" y="0"/>
                </a:lnTo>
                <a:lnTo>
                  <a:pt x="120000" y="120000"/>
                </a:lnTo>
                <a:lnTo>
                  <a:pt x="0" y="120000"/>
                </a:lnTo>
                <a:close/>
              </a:path>
            </a:pathLst>
          </a:custGeom>
        </p:spPr>
      </p:sp>
      <p:sp>
        <p:nvSpPr>
          <p:cNvPr id="52" name="Google Shape;52;p:notes"/>
          <p:cNvSpPr txBox="1"/>
          <p:nvPr>
            <p:ph type="body" idx="1"/>
          </p:nvPr>
        </p:nvSpPr>
        <p:spPr bwMode="auto">
          <a:xfrm>
            <a:off x="685800" y="4343400"/>
            <a:ext cx="5486400" cy="4114800"/>
          </a:xfrm>
          <a:prstGeom prst="rect">
            <a:avLst/>
          </a:prstGeom>
        </p:spPr>
        <p:txBody>
          <a:bodyPr spcFirstLastPara="1" wrap="square" lIns="91425" tIns="91425" rIns="91425" bIns="91425" anchor="t" anchorCtr="0">
            <a:noAutofit/>
          </a:bodyPr>
          <a:lstStyle/>
          <a:p>
            <a:pPr marL="0" lvl="0" indent="0" algn="l">
              <a:spcBef>
                <a:spcPts val="0"/>
              </a:spcBef>
              <a:spcAft>
                <a:spcPts val="0"/>
              </a:spcAft>
              <a:buNone/>
              <a:defRPr/>
            </a:pPr>
            <a:endParaRPr/>
          </a:p>
        </p:txBody>
      </p:sp>
    </p:spTree>
  </p:cSld>
</p:notes>
</file>

<file path=ppt/notesSlides/notesSlide2.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showMasterPhAnim="0" showMasterSp="0">
  <p:cSld name="">
    <p:spTree>
      <p:nvGrpSpPr>
        <p:cNvPr id="1" name=""/>
        <p:cNvGrpSpPr/>
        <p:nvPr/>
      </p:nvGrpSpPr>
      <p:grpSpPr bwMode="auto">
        <a:xfrm>
          <a:off x="0" y="0"/>
          <a:ext cx="0" cy="0"/>
          <a:chOff x="0" y="0"/>
          <a:chExt cx="0" cy="0"/>
        </a:xfrm>
      </p:grpSpPr>
      <p:sp>
        <p:nvSpPr>
          <p:cNvPr id="57" name="Google Shape;57;g301f22bfd96_0_0:notes"/>
          <p:cNvSpPr/>
          <p:nvPr>
            <p:ph type="sldImg" idx="2"/>
          </p:nvPr>
        </p:nvSpPr>
        <p:spPr bwMode="auto">
          <a:xfrm>
            <a:off x="381300" y="685800"/>
            <a:ext cx="6096000" cy="3429000"/>
          </a:xfrm>
          <a:custGeom>
            <a:avLst/>
            <a:gdLst/>
            <a:ahLst/>
            <a:cxnLst/>
            <a:rect l="l" t="t" r="r" b="b"/>
            <a:pathLst>
              <a:path w="120000" h="120000" fill="norm" stroke="1" extrusionOk="0">
                <a:moveTo>
                  <a:pt x="0" y="0"/>
                </a:moveTo>
                <a:lnTo>
                  <a:pt x="120000" y="0"/>
                </a:lnTo>
                <a:lnTo>
                  <a:pt x="120000" y="120000"/>
                </a:lnTo>
                <a:lnTo>
                  <a:pt x="0" y="120000"/>
                </a:lnTo>
                <a:close/>
              </a:path>
            </a:pathLst>
          </a:custGeom>
        </p:spPr>
      </p:sp>
      <p:sp>
        <p:nvSpPr>
          <p:cNvPr id="58" name="Google Shape;58;g301f22bfd96_0_0:notes"/>
          <p:cNvSpPr txBox="1"/>
          <p:nvPr>
            <p:ph type="body" idx="1"/>
          </p:nvPr>
        </p:nvSpPr>
        <p:spPr bwMode="auto">
          <a:xfrm>
            <a:off x="685800" y="4343400"/>
            <a:ext cx="5486400" cy="4114800"/>
          </a:xfrm>
          <a:prstGeom prst="rect">
            <a:avLst/>
          </a:prstGeom>
        </p:spPr>
        <p:txBody>
          <a:bodyPr spcFirstLastPara="1" wrap="square" lIns="91425" tIns="91425" rIns="91425" bIns="91425" anchor="t" anchorCtr="0">
            <a:noAutofit/>
          </a:bodyPr>
          <a:lstStyle/>
          <a:p>
            <a:pPr marL="0" lvl="0" indent="0" algn="l">
              <a:spcBef>
                <a:spcPts val="0"/>
              </a:spcBef>
              <a:spcAft>
                <a:spcPts val="0"/>
              </a:spcAft>
              <a:buNone/>
              <a:defRPr/>
            </a:pPr>
            <a:endParaRPr/>
          </a:p>
        </p:txBody>
      </p:sp>
    </p:spTree>
  </p:cSld>
</p:notes>
</file>

<file path=ppt/notesSlides/notesSlide3.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showMasterPhAnim="0" showMasterSp="0">
  <p:cSld name="">
    <p:spTree>
      <p:nvGrpSpPr>
        <p:cNvPr id="1" name=""/>
        <p:cNvGrpSpPr/>
        <p:nvPr/>
      </p:nvGrpSpPr>
      <p:grpSpPr bwMode="auto">
        <a:xfrm>
          <a:off x="0" y="0"/>
          <a:ext cx="0" cy="0"/>
          <a:chOff x="0" y="0"/>
          <a:chExt cx="0" cy="0"/>
        </a:xfrm>
      </p:grpSpPr>
      <p:sp>
        <p:nvSpPr>
          <p:cNvPr id="1417463623" name="Google Shape;57;g301f22bfd96_0_0:notes"/>
          <p:cNvSpPr/>
          <p:nvPr>
            <p:ph type="sldImg" idx="2"/>
          </p:nvPr>
        </p:nvSpPr>
        <p:spPr bwMode="auto">
          <a:xfrm>
            <a:off x="381299" y="685800"/>
            <a:ext cx="6095999" cy="3429000"/>
          </a:xfrm>
          <a:custGeom>
            <a:avLst/>
            <a:gdLst/>
            <a:ahLst/>
            <a:cxnLst/>
            <a:rect l="l" t="t" r="r" b="b"/>
            <a:pathLst>
              <a:path w="120000" h="120000" fill="norm" stroke="1" extrusionOk="0">
                <a:moveTo>
                  <a:pt x="0" y="0"/>
                </a:moveTo>
                <a:lnTo>
                  <a:pt x="120000" y="0"/>
                </a:lnTo>
                <a:lnTo>
                  <a:pt x="120000" y="120000"/>
                </a:lnTo>
                <a:lnTo>
                  <a:pt x="0" y="120000"/>
                </a:lnTo>
                <a:close/>
              </a:path>
            </a:pathLst>
          </a:custGeom>
        </p:spPr>
      </p:sp>
      <p:sp>
        <p:nvSpPr>
          <p:cNvPr id="1061596365" name="Google Shape;58;g301f22bfd96_0_0:notes"/>
          <p:cNvSpPr txBox="1"/>
          <p:nvPr>
            <p:ph type="body" idx="1"/>
          </p:nvPr>
        </p:nvSpPr>
        <p:spPr bwMode="auto">
          <a:xfrm>
            <a:off x="685800" y="4343400"/>
            <a:ext cx="5486400" cy="4114800"/>
          </a:xfrm>
          <a:prstGeom prst="rect">
            <a:avLst/>
          </a:prstGeom>
        </p:spPr>
        <p:txBody>
          <a:bodyPr spcFirstLastPara="1" wrap="square" lIns="91423" tIns="91423" rIns="91423" bIns="91423" anchor="t" anchorCtr="0">
            <a:noAutofit/>
          </a:bodyPr>
          <a:lstStyle/>
          <a:p>
            <a:pPr marL="0" lvl="0" indent="0" algn="l">
              <a:spcBef>
                <a:spcPts val="0"/>
              </a:spcBef>
              <a:spcAft>
                <a:spcPts val="0"/>
              </a:spcAft>
              <a:buNone/>
              <a:defRPr/>
            </a:pPr>
            <a:endParaRPr/>
          </a:p>
        </p:txBody>
      </p:sp>
    </p:spTree>
  </p:cSld>
</p:notes>
</file>

<file path=ppt/notesSlides/notesSlide4.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showMasterPhAnim="0" showMasterSp="0">
  <p:cSld name="">
    <p:spTree>
      <p:nvGrpSpPr>
        <p:cNvPr id="1" name=""/>
        <p:cNvGrpSpPr/>
        <p:nvPr/>
      </p:nvGrpSpPr>
      <p:grpSpPr bwMode="auto">
        <a:xfrm>
          <a:off x="0" y="0"/>
          <a:ext cx="0" cy="0"/>
          <a:chOff x="0" y="0"/>
          <a:chExt cx="0" cy="0"/>
        </a:xfrm>
      </p:grpSpPr>
      <p:sp>
        <p:nvSpPr>
          <p:cNvPr id="1262911759" name="Google Shape;57;g301f22bfd96_0_0:notes"/>
          <p:cNvSpPr/>
          <p:nvPr>
            <p:ph type="sldImg" idx="2"/>
          </p:nvPr>
        </p:nvSpPr>
        <p:spPr bwMode="auto">
          <a:xfrm>
            <a:off x="381299" y="685800"/>
            <a:ext cx="6095999" cy="3429000"/>
          </a:xfrm>
          <a:custGeom>
            <a:avLst/>
            <a:gdLst/>
            <a:ahLst/>
            <a:cxnLst/>
            <a:rect l="l" t="t" r="r" b="b"/>
            <a:pathLst>
              <a:path w="120000" h="120000" fill="norm" stroke="1" extrusionOk="0">
                <a:moveTo>
                  <a:pt x="0" y="0"/>
                </a:moveTo>
                <a:lnTo>
                  <a:pt x="120000" y="0"/>
                </a:lnTo>
                <a:lnTo>
                  <a:pt x="120000" y="120000"/>
                </a:lnTo>
                <a:lnTo>
                  <a:pt x="0" y="120000"/>
                </a:lnTo>
                <a:close/>
              </a:path>
            </a:pathLst>
          </a:custGeom>
        </p:spPr>
      </p:sp>
      <p:sp>
        <p:nvSpPr>
          <p:cNvPr id="885318841" name="Google Shape;58;g301f22bfd96_0_0:notes"/>
          <p:cNvSpPr txBox="1"/>
          <p:nvPr>
            <p:ph type="body" idx="1"/>
          </p:nvPr>
        </p:nvSpPr>
        <p:spPr bwMode="auto">
          <a:xfrm>
            <a:off x="685800" y="4343400"/>
            <a:ext cx="5486400" cy="4114800"/>
          </a:xfrm>
          <a:prstGeom prst="rect">
            <a:avLst/>
          </a:prstGeom>
        </p:spPr>
        <p:txBody>
          <a:bodyPr spcFirstLastPara="1" wrap="square" lIns="91423" tIns="91423" rIns="91423" bIns="91423" anchor="t" anchorCtr="0">
            <a:noAutofit/>
          </a:bodyPr>
          <a:lstStyle/>
          <a:p>
            <a:pPr marL="0" lvl="0" indent="0" algn="l">
              <a:spcBef>
                <a:spcPts val="0"/>
              </a:spcBef>
              <a:spcAft>
                <a:spcPts val="0"/>
              </a:spcAft>
              <a:buNone/>
              <a:defRPr/>
            </a:pPr>
            <a:endParaRPr/>
          </a:p>
        </p:txBody>
      </p:sp>
    </p:spTree>
  </p:cSld>
</p:notes>
</file>

<file path=ppt/notesSlides/notesSlide5.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showMasterPhAnim="0" showMasterSp="0">
  <p:cSld name="">
    <p:spTree>
      <p:nvGrpSpPr>
        <p:cNvPr id="1" name=""/>
        <p:cNvGrpSpPr/>
        <p:nvPr/>
      </p:nvGrpSpPr>
      <p:grpSpPr bwMode="auto">
        <a:xfrm>
          <a:off x="0" y="0"/>
          <a:ext cx="0" cy="0"/>
          <a:chOff x="0" y="0"/>
          <a:chExt cx="0" cy="0"/>
        </a:xfrm>
      </p:grpSpPr>
      <p:sp>
        <p:nvSpPr>
          <p:cNvPr id="63" name="Google Shape;63;g301f22bfd96_0_5:notes"/>
          <p:cNvSpPr/>
          <p:nvPr>
            <p:ph type="sldImg" idx="2"/>
          </p:nvPr>
        </p:nvSpPr>
        <p:spPr bwMode="auto">
          <a:xfrm>
            <a:off x="381300" y="685800"/>
            <a:ext cx="6096000" cy="3429000"/>
          </a:xfrm>
          <a:custGeom>
            <a:avLst/>
            <a:gdLst/>
            <a:ahLst/>
            <a:cxnLst/>
            <a:rect l="l" t="t" r="r" b="b"/>
            <a:pathLst>
              <a:path w="120000" h="120000" fill="norm" stroke="1" extrusionOk="0">
                <a:moveTo>
                  <a:pt x="0" y="0"/>
                </a:moveTo>
                <a:lnTo>
                  <a:pt x="120000" y="0"/>
                </a:lnTo>
                <a:lnTo>
                  <a:pt x="120000" y="120000"/>
                </a:lnTo>
                <a:lnTo>
                  <a:pt x="0" y="120000"/>
                </a:lnTo>
                <a:close/>
              </a:path>
            </a:pathLst>
          </a:custGeom>
        </p:spPr>
      </p:sp>
      <p:sp>
        <p:nvSpPr>
          <p:cNvPr id="64" name="Google Shape;64;g301f22bfd96_0_5:notes"/>
          <p:cNvSpPr txBox="1"/>
          <p:nvPr>
            <p:ph type="body" idx="1"/>
          </p:nvPr>
        </p:nvSpPr>
        <p:spPr bwMode="auto">
          <a:xfrm>
            <a:off x="685800" y="4343400"/>
            <a:ext cx="5486400" cy="4114800"/>
          </a:xfrm>
          <a:prstGeom prst="rect">
            <a:avLst/>
          </a:prstGeom>
        </p:spPr>
        <p:txBody>
          <a:bodyPr spcFirstLastPara="1" wrap="square" lIns="91425" tIns="91425" rIns="91425" bIns="91425" anchor="t" anchorCtr="0">
            <a:noAutofit/>
          </a:bodyPr>
          <a:lstStyle/>
          <a:p>
            <a:pPr marL="0" lvl="0" indent="0" algn="l">
              <a:spcBef>
                <a:spcPts val="0"/>
              </a:spcBef>
              <a:spcAft>
                <a:spcPts val="0"/>
              </a:spcAft>
              <a:buNone/>
              <a:defRPr/>
            </a:pPr>
            <a:endParaRPr/>
          </a:p>
        </p:txBody>
      </p:sp>
    </p:spTree>
  </p:cSld>
</p:notes>
</file>

<file path=ppt/notesSlides/notesSlide6.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showMasterPhAnim="0" showMasterSp="0">
  <p:cSld name="">
    <p:spTree>
      <p:nvGrpSpPr>
        <p:cNvPr id="1" name=""/>
        <p:cNvGrpSpPr/>
        <p:nvPr/>
      </p:nvGrpSpPr>
      <p:grpSpPr bwMode="auto">
        <a:xfrm>
          <a:off x="0" y="0"/>
          <a:ext cx="0" cy="0"/>
          <a:chOff x="0" y="0"/>
          <a:chExt cx="0" cy="0"/>
        </a:xfrm>
      </p:grpSpPr>
      <p:sp>
        <p:nvSpPr>
          <p:cNvPr id="430019927" name="Google Shape;63;g301f22bfd96_0_5:notes"/>
          <p:cNvSpPr/>
          <p:nvPr>
            <p:ph type="sldImg" idx="2"/>
          </p:nvPr>
        </p:nvSpPr>
        <p:spPr bwMode="auto">
          <a:xfrm>
            <a:off x="381299" y="685800"/>
            <a:ext cx="6095999" cy="3429000"/>
          </a:xfrm>
          <a:custGeom>
            <a:avLst/>
            <a:gdLst/>
            <a:ahLst/>
            <a:cxnLst/>
            <a:rect l="l" t="t" r="r" b="b"/>
            <a:pathLst>
              <a:path w="120000" h="120000" fill="norm" stroke="1" extrusionOk="0">
                <a:moveTo>
                  <a:pt x="0" y="0"/>
                </a:moveTo>
                <a:lnTo>
                  <a:pt x="120000" y="0"/>
                </a:lnTo>
                <a:lnTo>
                  <a:pt x="120000" y="120000"/>
                </a:lnTo>
                <a:lnTo>
                  <a:pt x="0" y="120000"/>
                </a:lnTo>
                <a:close/>
              </a:path>
            </a:pathLst>
          </a:custGeom>
        </p:spPr>
      </p:sp>
      <p:sp>
        <p:nvSpPr>
          <p:cNvPr id="488565557" name="Google Shape;64;g301f22bfd96_0_5:notes"/>
          <p:cNvSpPr txBox="1"/>
          <p:nvPr>
            <p:ph type="body" idx="1"/>
          </p:nvPr>
        </p:nvSpPr>
        <p:spPr bwMode="auto">
          <a:xfrm>
            <a:off x="685800" y="4343400"/>
            <a:ext cx="5486400" cy="4114800"/>
          </a:xfrm>
          <a:prstGeom prst="rect">
            <a:avLst/>
          </a:prstGeom>
        </p:spPr>
        <p:txBody>
          <a:bodyPr spcFirstLastPara="1" wrap="square" lIns="91423" tIns="91423" rIns="91423" bIns="91423" anchor="t" anchorCtr="0">
            <a:noAutofit/>
          </a:bodyPr>
          <a:lstStyle/>
          <a:p>
            <a:pPr marL="0" lvl="0" indent="0" algn="l">
              <a:spcBef>
                <a:spcPts val="0"/>
              </a:spcBef>
              <a:spcAft>
                <a:spcPts val="0"/>
              </a:spcAft>
              <a:buNone/>
              <a:defRPr/>
            </a:pPr>
            <a:endParaRPr/>
          </a:p>
        </p:txBody>
      </p:sp>
    </p:spTree>
  </p:cSld>
</p:notes>
</file>

<file path=ppt/notesSlides/notesSlide7.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showMasterPhAnim="0" showMasterSp="0">
  <p:cSld name="">
    <p:spTree>
      <p:nvGrpSpPr>
        <p:cNvPr id="1" name=""/>
        <p:cNvGrpSpPr/>
        <p:nvPr/>
      </p:nvGrpSpPr>
      <p:grpSpPr bwMode="auto">
        <a:xfrm>
          <a:off x="0" y="0"/>
          <a:ext cx="0" cy="0"/>
          <a:chOff x="0" y="0"/>
          <a:chExt cx="0" cy="0"/>
        </a:xfrm>
      </p:grpSpPr>
      <p:sp>
        <p:nvSpPr>
          <p:cNvPr id="1885302274" name="Google Shape;63;g301f22bfd96_0_5:notes"/>
          <p:cNvSpPr/>
          <p:nvPr>
            <p:ph type="sldImg" idx="2"/>
          </p:nvPr>
        </p:nvSpPr>
        <p:spPr bwMode="auto">
          <a:xfrm>
            <a:off x="381299" y="685800"/>
            <a:ext cx="6095999" cy="3429000"/>
          </a:xfrm>
          <a:custGeom>
            <a:avLst/>
            <a:gdLst/>
            <a:ahLst/>
            <a:cxnLst/>
            <a:rect l="l" t="t" r="r" b="b"/>
            <a:pathLst>
              <a:path w="120000" h="120000" fill="norm" stroke="1" extrusionOk="0">
                <a:moveTo>
                  <a:pt x="0" y="0"/>
                </a:moveTo>
                <a:lnTo>
                  <a:pt x="120000" y="0"/>
                </a:lnTo>
                <a:lnTo>
                  <a:pt x="120000" y="120000"/>
                </a:lnTo>
                <a:lnTo>
                  <a:pt x="0" y="120000"/>
                </a:lnTo>
                <a:close/>
              </a:path>
            </a:pathLst>
          </a:custGeom>
        </p:spPr>
      </p:sp>
      <p:sp>
        <p:nvSpPr>
          <p:cNvPr id="1065302406" name="Google Shape;64;g301f22bfd96_0_5:notes"/>
          <p:cNvSpPr txBox="1"/>
          <p:nvPr>
            <p:ph type="body" idx="1"/>
          </p:nvPr>
        </p:nvSpPr>
        <p:spPr bwMode="auto">
          <a:xfrm>
            <a:off x="685800" y="4343400"/>
            <a:ext cx="5486400" cy="4114800"/>
          </a:xfrm>
          <a:prstGeom prst="rect">
            <a:avLst/>
          </a:prstGeom>
        </p:spPr>
        <p:txBody>
          <a:bodyPr spcFirstLastPara="1" wrap="square" lIns="91423" tIns="91423" rIns="91423" bIns="91423" anchor="t" anchorCtr="0">
            <a:noAutofit/>
          </a:bodyPr>
          <a:lstStyle/>
          <a:p>
            <a:pPr marL="0" lvl="0" indent="0" algn="l">
              <a:spcBef>
                <a:spcPts val="0"/>
              </a:spcBef>
              <a:spcAft>
                <a:spcPts val="0"/>
              </a:spcAft>
              <a:buNone/>
              <a:defRPr/>
            </a:pPr>
            <a:endParaRPr/>
          </a:p>
        </p:txBody>
      </p:sp>
    </p:spTree>
  </p:cSld>
</p:notes>
</file>

<file path=ppt/notesSlides/notesSlide8.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showMasterPhAnim="0" showMasterSp="0">
  <p:cSld name="">
    <p:spTree>
      <p:nvGrpSpPr>
        <p:cNvPr id="1" name=""/>
        <p:cNvGrpSpPr/>
        <p:nvPr/>
      </p:nvGrpSpPr>
      <p:grpSpPr bwMode="auto">
        <a:xfrm>
          <a:off x="0" y="0"/>
          <a:ext cx="0" cy="0"/>
          <a:chOff x="0" y="0"/>
          <a:chExt cx="0" cy="0"/>
        </a:xfrm>
      </p:grpSpPr>
      <p:sp>
        <p:nvSpPr>
          <p:cNvPr id="69" name="Google Shape;69;g301f22bfd96_0_10:notes"/>
          <p:cNvSpPr/>
          <p:nvPr>
            <p:ph type="sldImg" idx="2"/>
          </p:nvPr>
        </p:nvSpPr>
        <p:spPr bwMode="auto">
          <a:xfrm>
            <a:off x="381300" y="685800"/>
            <a:ext cx="6096000" cy="3429000"/>
          </a:xfrm>
          <a:custGeom>
            <a:avLst/>
            <a:gdLst/>
            <a:ahLst/>
            <a:cxnLst/>
            <a:rect l="l" t="t" r="r" b="b"/>
            <a:pathLst>
              <a:path w="120000" h="120000" fill="norm" stroke="1" extrusionOk="0">
                <a:moveTo>
                  <a:pt x="0" y="0"/>
                </a:moveTo>
                <a:lnTo>
                  <a:pt x="120000" y="0"/>
                </a:lnTo>
                <a:lnTo>
                  <a:pt x="120000" y="120000"/>
                </a:lnTo>
                <a:lnTo>
                  <a:pt x="0" y="120000"/>
                </a:lnTo>
                <a:close/>
              </a:path>
            </a:pathLst>
          </a:custGeom>
        </p:spPr>
      </p:sp>
      <p:sp>
        <p:nvSpPr>
          <p:cNvPr id="70" name="Google Shape;70;g301f22bfd96_0_10:notes"/>
          <p:cNvSpPr txBox="1"/>
          <p:nvPr>
            <p:ph type="body" idx="1"/>
          </p:nvPr>
        </p:nvSpPr>
        <p:spPr bwMode="auto">
          <a:xfrm>
            <a:off x="685800" y="4343400"/>
            <a:ext cx="5486400" cy="4114800"/>
          </a:xfrm>
          <a:prstGeom prst="rect">
            <a:avLst/>
          </a:prstGeom>
        </p:spPr>
        <p:txBody>
          <a:bodyPr spcFirstLastPara="1" wrap="square" lIns="91425" tIns="91425" rIns="91425" bIns="91425" anchor="t" anchorCtr="0">
            <a:noAutofit/>
          </a:bodyPr>
          <a:lstStyle/>
          <a:p>
            <a:pPr marL="0" lvl="0" indent="0" algn="l">
              <a:spcBef>
                <a:spcPts val="0"/>
              </a:spcBef>
              <a:spcAft>
                <a:spcPts val="0"/>
              </a:spcAft>
              <a:buNone/>
              <a:defRPr/>
            </a:pPr>
            <a:endParaRPr/>
          </a:p>
        </p:txBody>
      </p:sp>
    </p:spTree>
  </p:cSld>
</p:notes>
</file>

<file path=ppt/notesSlides/notesSlide9.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showMasterPhAnim="0" showMasterSp="0">
  <p:cSld name="">
    <p:spTree>
      <p:nvGrpSpPr>
        <p:cNvPr id="1" name=""/>
        <p:cNvGrpSpPr/>
        <p:nvPr/>
      </p:nvGrpSpPr>
      <p:grpSpPr bwMode="auto">
        <a:xfrm>
          <a:off x="0" y="0"/>
          <a:ext cx="0" cy="0"/>
          <a:chOff x="0" y="0"/>
          <a:chExt cx="0" cy="0"/>
        </a:xfrm>
      </p:grpSpPr>
      <p:sp>
        <p:nvSpPr>
          <p:cNvPr id="1369079318" name="Google Shape;69;g301f22bfd96_0_10:notes"/>
          <p:cNvSpPr/>
          <p:nvPr>
            <p:ph type="sldImg" idx="2"/>
          </p:nvPr>
        </p:nvSpPr>
        <p:spPr bwMode="auto">
          <a:xfrm>
            <a:off x="381299" y="685800"/>
            <a:ext cx="6095999" cy="3429000"/>
          </a:xfrm>
          <a:custGeom>
            <a:avLst/>
            <a:gdLst/>
            <a:ahLst/>
            <a:cxnLst/>
            <a:rect l="l" t="t" r="r" b="b"/>
            <a:pathLst>
              <a:path w="120000" h="120000" fill="norm" stroke="1" extrusionOk="0">
                <a:moveTo>
                  <a:pt x="0" y="0"/>
                </a:moveTo>
                <a:lnTo>
                  <a:pt x="120000" y="0"/>
                </a:lnTo>
                <a:lnTo>
                  <a:pt x="120000" y="120000"/>
                </a:lnTo>
                <a:lnTo>
                  <a:pt x="0" y="120000"/>
                </a:lnTo>
                <a:close/>
              </a:path>
            </a:pathLst>
          </a:custGeom>
        </p:spPr>
      </p:sp>
      <p:sp>
        <p:nvSpPr>
          <p:cNvPr id="1173581672" name="Google Shape;70;g301f22bfd96_0_10:notes"/>
          <p:cNvSpPr txBox="1"/>
          <p:nvPr>
            <p:ph type="body" idx="1"/>
          </p:nvPr>
        </p:nvSpPr>
        <p:spPr bwMode="auto">
          <a:xfrm>
            <a:off x="685800" y="4343400"/>
            <a:ext cx="5486400" cy="4114800"/>
          </a:xfrm>
          <a:prstGeom prst="rect">
            <a:avLst/>
          </a:prstGeom>
        </p:spPr>
        <p:txBody>
          <a:bodyPr spcFirstLastPara="1" wrap="square" lIns="91424" tIns="91424" rIns="91424" bIns="91424" anchor="t" anchorCtr="0">
            <a:noAutofit/>
          </a:bodyPr>
          <a:lstStyle/>
          <a:p>
            <a:pPr marL="0" lvl="0" indent="0" algn="l">
              <a:spcBef>
                <a:spcPts val="0"/>
              </a:spcBef>
              <a:spcAft>
                <a:spcPts val="0"/>
              </a:spcAft>
              <a:buNone/>
              <a:defRPr/>
            </a:pPr>
            <a:endParaRPr/>
          </a:p>
        </p:txBody>
      </p:sp>
    </p:spTree>
  </p:cSld>
</p:notes>
</file>

<file path=ppt/notesSlides/notesSlide10.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showMasterPhAnim="0" showMasterSp="0">
  <p:cSld name="">
    <p:spTree>
      <p:nvGrpSpPr>
        <p:cNvPr id="1" name=""/>
        <p:cNvGrpSpPr/>
        <p:nvPr/>
      </p:nvGrpSpPr>
      <p:grpSpPr bwMode="auto">
        <a:xfrm>
          <a:off x="0" y="0"/>
          <a:ext cx="0" cy="0"/>
          <a:chOff x="0" y="0"/>
          <a:chExt cx="0" cy="0"/>
        </a:xfrm>
      </p:grpSpPr>
      <p:sp>
        <p:nvSpPr>
          <p:cNvPr id="268425537" name="Google Shape;69;g301f22bfd96_0_10:notes"/>
          <p:cNvSpPr/>
          <p:nvPr>
            <p:ph type="sldImg" idx="2"/>
          </p:nvPr>
        </p:nvSpPr>
        <p:spPr bwMode="auto">
          <a:xfrm>
            <a:off x="381299" y="685800"/>
            <a:ext cx="6095999" cy="3429000"/>
          </a:xfrm>
          <a:custGeom>
            <a:avLst/>
            <a:gdLst/>
            <a:ahLst/>
            <a:cxnLst/>
            <a:rect l="l" t="t" r="r" b="b"/>
            <a:pathLst>
              <a:path w="120000" h="120000" fill="norm" stroke="1" extrusionOk="0">
                <a:moveTo>
                  <a:pt x="0" y="0"/>
                </a:moveTo>
                <a:lnTo>
                  <a:pt x="120000" y="0"/>
                </a:lnTo>
                <a:lnTo>
                  <a:pt x="120000" y="120000"/>
                </a:lnTo>
                <a:lnTo>
                  <a:pt x="0" y="120000"/>
                </a:lnTo>
                <a:close/>
              </a:path>
            </a:pathLst>
          </a:custGeom>
        </p:spPr>
      </p:sp>
      <p:sp>
        <p:nvSpPr>
          <p:cNvPr id="369983100" name="Google Shape;70;g301f22bfd96_0_10:notes"/>
          <p:cNvSpPr txBox="1"/>
          <p:nvPr>
            <p:ph type="body" idx="1"/>
          </p:nvPr>
        </p:nvSpPr>
        <p:spPr bwMode="auto">
          <a:xfrm>
            <a:off x="685800" y="4343400"/>
            <a:ext cx="5486400" cy="4114800"/>
          </a:xfrm>
          <a:prstGeom prst="rect">
            <a:avLst/>
          </a:prstGeom>
        </p:spPr>
        <p:txBody>
          <a:bodyPr spcFirstLastPara="1" wrap="square" lIns="91424" tIns="91424" rIns="91424" bIns="91424" anchor="t" anchorCtr="0">
            <a:noAutofit/>
          </a:bodyPr>
          <a:lstStyle/>
          <a:p>
            <a:pPr marL="0" lvl="0" indent="0" algn="l">
              <a:spcBef>
                <a:spcPts val="0"/>
              </a:spcBef>
              <a:spcAft>
                <a:spcPts val="0"/>
              </a:spcAft>
              <a:buNone/>
              <a:defRPr/>
            </a:pPr>
            <a:endParaRPr/>
          </a:p>
        </p:txBody>
      </p:sp>
    </p:spTree>
  </p:cSld>
</p:notes>
</file>

<file path=ppt/notesSlides/notesSlide11.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showMasterPhAnim="0" showMasterSp="0">
  <p:cSld name="">
    <p:spTree>
      <p:nvGrpSpPr>
        <p:cNvPr id="1" name=""/>
        <p:cNvGrpSpPr/>
        <p:nvPr/>
      </p:nvGrpSpPr>
      <p:grpSpPr bwMode="auto">
        <a:xfrm>
          <a:off x="0" y="0"/>
          <a:ext cx="0" cy="0"/>
          <a:chOff x="0" y="0"/>
          <a:chExt cx="0" cy="0"/>
        </a:xfrm>
      </p:grpSpPr>
      <p:sp>
        <p:nvSpPr>
          <p:cNvPr id="2002923646" name="Google Shape;69;g301f22bfd96_0_10:notes"/>
          <p:cNvSpPr/>
          <p:nvPr>
            <p:ph type="sldImg" idx="2"/>
          </p:nvPr>
        </p:nvSpPr>
        <p:spPr bwMode="auto">
          <a:xfrm>
            <a:off x="381299" y="685800"/>
            <a:ext cx="6095999" cy="3429000"/>
          </a:xfrm>
          <a:custGeom>
            <a:avLst/>
            <a:gdLst/>
            <a:ahLst/>
            <a:cxnLst/>
            <a:rect l="l" t="t" r="r" b="b"/>
            <a:pathLst>
              <a:path w="120000" h="120000" fill="norm" stroke="1" extrusionOk="0">
                <a:moveTo>
                  <a:pt x="0" y="0"/>
                </a:moveTo>
                <a:lnTo>
                  <a:pt x="120000" y="0"/>
                </a:lnTo>
                <a:lnTo>
                  <a:pt x="120000" y="120000"/>
                </a:lnTo>
                <a:lnTo>
                  <a:pt x="0" y="120000"/>
                </a:lnTo>
                <a:close/>
              </a:path>
            </a:pathLst>
          </a:custGeom>
        </p:spPr>
      </p:sp>
      <p:sp>
        <p:nvSpPr>
          <p:cNvPr id="1322034846" name="Google Shape;70;g301f22bfd96_0_10:notes"/>
          <p:cNvSpPr txBox="1"/>
          <p:nvPr>
            <p:ph type="body" idx="1"/>
          </p:nvPr>
        </p:nvSpPr>
        <p:spPr bwMode="auto">
          <a:xfrm>
            <a:off x="685800" y="4343400"/>
            <a:ext cx="5486400" cy="4114800"/>
          </a:xfrm>
          <a:prstGeom prst="rect">
            <a:avLst/>
          </a:prstGeom>
        </p:spPr>
        <p:txBody>
          <a:bodyPr spcFirstLastPara="1" wrap="square" lIns="91424" tIns="91424" rIns="91424" bIns="91424" anchor="t" anchorCtr="0">
            <a:noAutofit/>
          </a:bodyPr>
          <a:lstStyle/>
          <a:p>
            <a:pPr marL="0" lvl="0" indent="0" algn="l">
              <a:spcBef>
                <a:spcPts val="0"/>
              </a:spcBef>
              <a:spcAft>
                <a:spcPts val="0"/>
              </a:spcAft>
              <a:buNone/>
              <a:defRPr/>
            </a:pPr>
            <a:endParaRPr/>
          </a:p>
        </p:txBody>
      </p:sp>
    </p:spTree>
  </p:cSld>
</p:notes>
</file>

<file path=ppt/notesSlides/notesSlide12.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showMasterPhAnim="0" showMasterSp="0">
  <p:cSld name="">
    <p:spTree>
      <p:nvGrpSpPr>
        <p:cNvPr id="1" name=""/>
        <p:cNvGrpSpPr/>
        <p:nvPr/>
      </p:nvGrpSpPr>
      <p:grpSpPr bwMode="auto">
        <a:xfrm>
          <a:off x="0" y="0"/>
          <a:ext cx="0" cy="0"/>
          <a:chOff x="0" y="0"/>
          <a:chExt cx="0" cy="0"/>
        </a:xfrm>
      </p:grpSpPr>
      <p:sp>
        <p:nvSpPr>
          <p:cNvPr id="1053786777" name="Google Shape;69;g301f22bfd96_0_10:notes"/>
          <p:cNvSpPr/>
          <p:nvPr>
            <p:ph type="sldImg" idx="2"/>
          </p:nvPr>
        </p:nvSpPr>
        <p:spPr bwMode="auto">
          <a:xfrm>
            <a:off x="381299" y="685800"/>
            <a:ext cx="6095999" cy="3429000"/>
          </a:xfrm>
          <a:custGeom>
            <a:avLst/>
            <a:gdLst/>
            <a:ahLst/>
            <a:cxnLst/>
            <a:rect l="l" t="t" r="r" b="b"/>
            <a:pathLst>
              <a:path w="120000" h="120000" fill="norm" stroke="1" extrusionOk="0">
                <a:moveTo>
                  <a:pt x="0" y="0"/>
                </a:moveTo>
                <a:lnTo>
                  <a:pt x="120000" y="0"/>
                </a:lnTo>
                <a:lnTo>
                  <a:pt x="120000" y="120000"/>
                </a:lnTo>
                <a:lnTo>
                  <a:pt x="0" y="120000"/>
                </a:lnTo>
                <a:close/>
              </a:path>
            </a:pathLst>
          </a:custGeom>
        </p:spPr>
      </p:sp>
      <p:sp>
        <p:nvSpPr>
          <p:cNvPr id="1849260302" name="Google Shape;70;g301f22bfd96_0_10:notes"/>
          <p:cNvSpPr txBox="1"/>
          <p:nvPr>
            <p:ph type="body" idx="1"/>
          </p:nvPr>
        </p:nvSpPr>
        <p:spPr bwMode="auto">
          <a:xfrm>
            <a:off x="685800" y="4343400"/>
            <a:ext cx="5486400" cy="4114800"/>
          </a:xfrm>
          <a:prstGeom prst="rect">
            <a:avLst/>
          </a:prstGeom>
        </p:spPr>
        <p:txBody>
          <a:bodyPr spcFirstLastPara="1" wrap="square" lIns="91424" tIns="91424" rIns="91424" bIns="91424" anchor="t" anchorCtr="0">
            <a:noAutofit/>
          </a:bodyPr>
          <a:lstStyle/>
          <a:p>
            <a:pPr marL="0" lvl="0" indent="0" algn="l">
              <a:spcBef>
                <a:spcPts val="0"/>
              </a:spcBef>
              <a:spcAft>
                <a:spcPts val="0"/>
              </a:spcAft>
              <a:buNone/>
              <a:defRPr/>
            </a:pPr>
            <a:endParaRPr/>
          </a:p>
        </p:txBody>
      </p:sp>
    </p:spTree>
  </p:cSld>
</p:notes>
</file>

<file path=ppt/notesSlides/notesSlide13.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showMasterPhAnim="0" showMasterSp="0">
  <p:cSld name="">
    <p:spTree>
      <p:nvGrpSpPr>
        <p:cNvPr id="1" name=""/>
        <p:cNvGrpSpPr/>
        <p:nvPr/>
      </p:nvGrpSpPr>
      <p:grpSpPr bwMode="auto">
        <a:xfrm>
          <a:off x="0" y="0"/>
          <a:ext cx="0" cy="0"/>
          <a:chOff x="0" y="0"/>
          <a:chExt cx="0" cy="0"/>
        </a:xfrm>
      </p:grpSpPr>
      <p:sp>
        <p:nvSpPr>
          <p:cNvPr id="727582997" name="Google Shape;69;g301f22bfd96_0_10:notes"/>
          <p:cNvSpPr/>
          <p:nvPr>
            <p:ph type="sldImg" idx="2"/>
          </p:nvPr>
        </p:nvSpPr>
        <p:spPr bwMode="auto">
          <a:xfrm>
            <a:off x="381299" y="685800"/>
            <a:ext cx="6095999" cy="3429000"/>
          </a:xfrm>
          <a:custGeom>
            <a:avLst/>
            <a:gdLst/>
            <a:ahLst/>
            <a:cxnLst/>
            <a:rect l="l" t="t" r="r" b="b"/>
            <a:pathLst>
              <a:path w="120000" h="120000" fill="norm" stroke="1" extrusionOk="0">
                <a:moveTo>
                  <a:pt x="0" y="0"/>
                </a:moveTo>
                <a:lnTo>
                  <a:pt x="120000" y="0"/>
                </a:lnTo>
                <a:lnTo>
                  <a:pt x="120000" y="120000"/>
                </a:lnTo>
                <a:lnTo>
                  <a:pt x="0" y="120000"/>
                </a:lnTo>
                <a:close/>
              </a:path>
            </a:pathLst>
          </a:custGeom>
        </p:spPr>
      </p:sp>
      <p:sp>
        <p:nvSpPr>
          <p:cNvPr id="1568488946" name="Google Shape;70;g301f22bfd96_0_10:notes"/>
          <p:cNvSpPr txBox="1"/>
          <p:nvPr>
            <p:ph type="body" idx="1"/>
          </p:nvPr>
        </p:nvSpPr>
        <p:spPr bwMode="auto">
          <a:xfrm>
            <a:off x="685800" y="4343400"/>
            <a:ext cx="5486400" cy="4114800"/>
          </a:xfrm>
          <a:prstGeom prst="rect">
            <a:avLst/>
          </a:prstGeom>
        </p:spPr>
        <p:txBody>
          <a:bodyPr spcFirstLastPara="1" wrap="square" lIns="91424" tIns="91424" rIns="91424" bIns="91424" anchor="t" anchorCtr="0">
            <a:noAutofit/>
          </a:bodyPr>
          <a:lstStyle/>
          <a:p>
            <a:pPr marL="0" lvl="0" indent="0" algn="l">
              <a:spcBef>
                <a:spcPts val="0"/>
              </a:spcBef>
              <a:spcAft>
                <a:spcPts val="0"/>
              </a:spcAft>
              <a:buNone/>
              <a:defRPr/>
            </a:pPr>
            <a:endParaRPr/>
          </a:p>
        </p:txBody>
      </p:sp>
    </p:spTree>
  </p:cSld>
</p:notes>
</file>

<file path=ppt/notesSlides/notesSlide14.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showMasterPhAnim="0" showMasterSp="0">
  <p:cSld name="">
    <p:spTree>
      <p:nvGrpSpPr>
        <p:cNvPr id="1" name=""/>
        <p:cNvGrpSpPr/>
        <p:nvPr/>
      </p:nvGrpSpPr>
      <p:grpSpPr bwMode="auto">
        <a:xfrm>
          <a:off x="0" y="0"/>
          <a:ext cx="0" cy="0"/>
          <a:chOff x="0" y="0"/>
          <a:chExt cx="0" cy="0"/>
        </a:xfrm>
      </p:grpSpPr>
      <p:sp>
        <p:nvSpPr>
          <p:cNvPr id="1852757436" name="Google Shape;69;g301f22bfd96_0_10:notes"/>
          <p:cNvSpPr/>
          <p:nvPr>
            <p:ph type="sldImg" idx="2"/>
          </p:nvPr>
        </p:nvSpPr>
        <p:spPr bwMode="auto">
          <a:xfrm>
            <a:off x="381299" y="685800"/>
            <a:ext cx="6095999" cy="3429000"/>
          </a:xfrm>
          <a:custGeom>
            <a:avLst/>
            <a:gdLst/>
            <a:ahLst/>
            <a:cxnLst/>
            <a:rect l="l" t="t" r="r" b="b"/>
            <a:pathLst>
              <a:path w="120000" h="120000" fill="norm" stroke="1" extrusionOk="0">
                <a:moveTo>
                  <a:pt x="0" y="0"/>
                </a:moveTo>
                <a:lnTo>
                  <a:pt x="120000" y="0"/>
                </a:lnTo>
                <a:lnTo>
                  <a:pt x="120000" y="120000"/>
                </a:lnTo>
                <a:lnTo>
                  <a:pt x="0" y="120000"/>
                </a:lnTo>
                <a:close/>
              </a:path>
            </a:pathLst>
          </a:custGeom>
        </p:spPr>
      </p:sp>
      <p:sp>
        <p:nvSpPr>
          <p:cNvPr id="1535650748" name="Google Shape;70;g301f22bfd96_0_10:notes"/>
          <p:cNvSpPr txBox="1"/>
          <p:nvPr>
            <p:ph type="body" idx="1"/>
          </p:nvPr>
        </p:nvSpPr>
        <p:spPr bwMode="auto">
          <a:xfrm>
            <a:off x="685800" y="4343400"/>
            <a:ext cx="5486400" cy="4114800"/>
          </a:xfrm>
          <a:prstGeom prst="rect">
            <a:avLst/>
          </a:prstGeom>
        </p:spPr>
        <p:txBody>
          <a:bodyPr spcFirstLastPara="1" wrap="square" lIns="91424" tIns="91424" rIns="91424" bIns="91424" anchor="t" anchorCtr="0">
            <a:noAutofit/>
          </a:bodyPr>
          <a:lstStyle/>
          <a:p>
            <a:pPr marL="0" lvl="0" indent="0" algn="l">
              <a:spcBef>
                <a:spcPts val="0"/>
              </a:spcBef>
              <a:spcAft>
                <a:spcPts val="0"/>
              </a:spcAft>
              <a:buNone/>
              <a:defRPr/>
            </a:pPr>
            <a:endParaRPr/>
          </a:p>
        </p:txBody>
      </p:sp>
    </p:spTree>
  </p:cSld>
</p:notes>
</file>

<file path=ppt/notesSlides/notesSlide15.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showMasterPhAnim="0" showMasterSp="0">
  <p:cSld name="">
    <p:spTree>
      <p:nvGrpSpPr>
        <p:cNvPr id="1" name=""/>
        <p:cNvGrpSpPr/>
        <p:nvPr/>
      </p:nvGrpSpPr>
      <p:grpSpPr bwMode="auto">
        <a:xfrm>
          <a:off x="0" y="0"/>
          <a:ext cx="0" cy="0"/>
          <a:chOff x="0" y="0"/>
          <a:chExt cx="0" cy="0"/>
        </a:xfrm>
      </p:grpSpPr>
      <p:sp>
        <p:nvSpPr>
          <p:cNvPr id="1359308470" name="Google Shape;69;g301f22bfd96_0_10:notes"/>
          <p:cNvSpPr/>
          <p:nvPr>
            <p:ph type="sldImg" idx="2"/>
          </p:nvPr>
        </p:nvSpPr>
        <p:spPr bwMode="auto">
          <a:xfrm>
            <a:off x="381299" y="685800"/>
            <a:ext cx="6095999" cy="3429000"/>
          </a:xfrm>
          <a:custGeom>
            <a:avLst/>
            <a:gdLst/>
            <a:ahLst/>
            <a:cxnLst/>
            <a:rect l="l" t="t" r="r" b="b"/>
            <a:pathLst>
              <a:path w="120000" h="120000" fill="norm" stroke="1" extrusionOk="0">
                <a:moveTo>
                  <a:pt x="0" y="0"/>
                </a:moveTo>
                <a:lnTo>
                  <a:pt x="120000" y="0"/>
                </a:lnTo>
                <a:lnTo>
                  <a:pt x="120000" y="120000"/>
                </a:lnTo>
                <a:lnTo>
                  <a:pt x="0" y="120000"/>
                </a:lnTo>
                <a:close/>
              </a:path>
            </a:pathLst>
          </a:custGeom>
        </p:spPr>
      </p:sp>
      <p:sp>
        <p:nvSpPr>
          <p:cNvPr id="1434927376" name="Google Shape;70;g301f22bfd96_0_10:notes"/>
          <p:cNvSpPr txBox="1"/>
          <p:nvPr>
            <p:ph type="body" idx="1"/>
          </p:nvPr>
        </p:nvSpPr>
        <p:spPr bwMode="auto">
          <a:xfrm>
            <a:off x="685800" y="4343400"/>
            <a:ext cx="5486400" cy="4114800"/>
          </a:xfrm>
          <a:prstGeom prst="rect">
            <a:avLst/>
          </a:prstGeom>
        </p:spPr>
        <p:txBody>
          <a:bodyPr spcFirstLastPara="1" wrap="square" lIns="91424" tIns="91424" rIns="91424" bIns="91424" anchor="t" anchorCtr="0">
            <a:noAutofit/>
          </a:bodyPr>
          <a:lstStyle/>
          <a:p>
            <a:pPr marL="0" lvl="0" indent="0" algn="l">
              <a:spcBef>
                <a:spcPts val="0"/>
              </a:spcBef>
              <a:spcAft>
                <a:spcPts val="0"/>
              </a:spcAft>
              <a:buNone/>
              <a:defRPr/>
            </a:pPr>
            <a:endParaRPr/>
          </a:p>
        </p:txBody>
      </p:sp>
    </p:spTree>
  </p:cSld>
</p:notes>
</file>

<file path=ppt/notesSlides/notesSlide16.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showMasterPhAnim="0" showMasterSp="0">
  <p:cSld name="">
    <p:spTree>
      <p:nvGrpSpPr>
        <p:cNvPr id="1" name=""/>
        <p:cNvGrpSpPr/>
        <p:nvPr/>
      </p:nvGrpSpPr>
      <p:grpSpPr bwMode="auto">
        <a:xfrm>
          <a:off x="0" y="0"/>
          <a:ext cx="0" cy="0"/>
          <a:chOff x="0" y="0"/>
          <a:chExt cx="0" cy="0"/>
        </a:xfrm>
      </p:grpSpPr>
      <p:sp>
        <p:nvSpPr>
          <p:cNvPr id="691384934" name="Google Shape;69;g301f22bfd96_0_10:notes"/>
          <p:cNvSpPr/>
          <p:nvPr>
            <p:ph type="sldImg" idx="2"/>
          </p:nvPr>
        </p:nvSpPr>
        <p:spPr bwMode="auto">
          <a:xfrm>
            <a:off x="381299" y="685800"/>
            <a:ext cx="6095999" cy="3429000"/>
          </a:xfrm>
          <a:custGeom>
            <a:avLst/>
            <a:gdLst/>
            <a:ahLst/>
            <a:cxnLst/>
            <a:rect l="l" t="t" r="r" b="b"/>
            <a:pathLst>
              <a:path w="120000" h="120000" fill="norm" stroke="1" extrusionOk="0">
                <a:moveTo>
                  <a:pt x="0" y="0"/>
                </a:moveTo>
                <a:lnTo>
                  <a:pt x="120000" y="0"/>
                </a:lnTo>
                <a:lnTo>
                  <a:pt x="120000" y="120000"/>
                </a:lnTo>
                <a:lnTo>
                  <a:pt x="0" y="120000"/>
                </a:lnTo>
                <a:close/>
              </a:path>
            </a:pathLst>
          </a:custGeom>
        </p:spPr>
      </p:sp>
      <p:sp>
        <p:nvSpPr>
          <p:cNvPr id="2116969370" name="Google Shape;70;g301f22bfd96_0_10:notes"/>
          <p:cNvSpPr txBox="1"/>
          <p:nvPr>
            <p:ph type="body" idx="1"/>
          </p:nvPr>
        </p:nvSpPr>
        <p:spPr bwMode="auto">
          <a:xfrm>
            <a:off x="685800" y="4343400"/>
            <a:ext cx="5486400" cy="4114800"/>
          </a:xfrm>
          <a:prstGeom prst="rect">
            <a:avLst/>
          </a:prstGeom>
        </p:spPr>
        <p:txBody>
          <a:bodyPr spcFirstLastPara="1" wrap="square" lIns="91424" tIns="91424" rIns="91424" bIns="91424" anchor="t" anchorCtr="0">
            <a:noAutofit/>
          </a:bodyPr>
          <a:lstStyle/>
          <a:p>
            <a:pPr marL="0" lvl="0" indent="0" algn="l">
              <a:spcBef>
                <a:spcPts val="0"/>
              </a:spcBef>
              <a:spcAft>
                <a:spcPts val="0"/>
              </a:spcAft>
              <a:buNone/>
              <a:defRPr/>
            </a:pPr>
            <a:endParaRPr/>
          </a:p>
        </p:txBody>
      </p:sp>
    </p:spTree>
  </p:cSld>
</p:notes>
</file>

<file path=ppt/notesSlides/notesSlide17.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showMasterPhAnim="0" showMasterSp="0">
  <p:cSld name="">
    <p:spTree>
      <p:nvGrpSpPr>
        <p:cNvPr id="1" name=""/>
        <p:cNvGrpSpPr/>
        <p:nvPr/>
      </p:nvGrpSpPr>
      <p:grpSpPr bwMode="auto">
        <a:xfrm>
          <a:off x="0" y="0"/>
          <a:ext cx="0" cy="0"/>
          <a:chOff x="0" y="0"/>
          <a:chExt cx="0" cy="0"/>
        </a:xfrm>
      </p:grpSpPr>
      <p:sp>
        <p:nvSpPr>
          <p:cNvPr id="582987418" name="Google Shape;69;g301f22bfd96_0_10:notes"/>
          <p:cNvSpPr/>
          <p:nvPr>
            <p:ph type="sldImg" idx="2"/>
          </p:nvPr>
        </p:nvSpPr>
        <p:spPr bwMode="auto">
          <a:xfrm>
            <a:off x="381299" y="685800"/>
            <a:ext cx="6095999" cy="3429000"/>
          </a:xfrm>
          <a:custGeom>
            <a:avLst/>
            <a:gdLst/>
            <a:ahLst/>
            <a:cxnLst/>
            <a:rect l="l" t="t" r="r" b="b"/>
            <a:pathLst>
              <a:path w="120000" h="120000" fill="norm" stroke="1" extrusionOk="0">
                <a:moveTo>
                  <a:pt x="0" y="0"/>
                </a:moveTo>
                <a:lnTo>
                  <a:pt x="120000" y="0"/>
                </a:lnTo>
                <a:lnTo>
                  <a:pt x="120000" y="120000"/>
                </a:lnTo>
                <a:lnTo>
                  <a:pt x="0" y="120000"/>
                </a:lnTo>
                <a:close/>
              </a:path>
            </a:pathLst>
          </a:custGeom>
        </p:spPr>
      </p:sp>
      <p:sp>
        <p:nvSpPr>
          <p:cNvPr id="1607794254" name="Google Shape;70;g301f22bfd96_0_10:notes"/>
          <p:cNvSpPr txBox="1"/>
          <p:nvPr>
            <p:ph type="body" idx="1"/>
          </p:nvPr>
        </p:nvSpPr>
        <p:spPr bwMode="auto">
          <a:xfrm>
            <a:off x="685800" y="4343400"/>
            <a:ext cx="5486400" cy="4114800"/>
          </a:xfrm>
          <a:prstGeom prst="rect">
            <a:avLst/>
          </a:prstGeom>
        </p:spPr>
        <p:txBody>
          <a:bodyPr spcFirstLastPara="1" wrap="square" lIns="91424" tIns="91424" rIns="91424" bIns="91424" anchor="t" anchorCtr="0">
            <a:noAutofit/>
          </a:bodyPr>
          <a:lstStyle/>
          <a:p>
            <a:pPr marL="0" lvl="0" indent="0" algn="l">
              <a:spcBef>
                <a:spcPts val="0"/>
              </a:spcBef>
              <a:spcAft>
                <a:spcPts val="0"/>
              </a:spcAft>
              <a:buNone/>
              <a:defRPr/>
            </a:pPr>
            <a:endParaRPr/>
          </a:p>
        </p:txBody>
      </p:sp>
    </p:spTree>
  </p:cSld>
</p:notes>
</file>

<file path=ppt/notesSlides/notesSlide18.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showMasterPhAnim="0" showMasterSp="0">
  <p:cSld name="">
    <p:spTree>
      <p:nvGrpSpPr>
        <p:cNvPr id="1" name=""/>
        <p:cNvGrpSpPr/>
        <p:nvPr/>
      </p:nvGrpSpPr>
      <p:grpSpPr bwMode="auto">
        <a:xfrm>
          <a:off x="0" y="0"/>
          <a:ext cx="0" cy="0"/>
          <a:chOff x="0" y="0"/>
          <a:chExt cx="0" cy="0"/>
        </a:xfrm>
      </p:grpSpPr>
      <p:sp>
        <p:nvSpPr>
          <p:cNvPr id="631959080" name="Google Shape;69;g301f22bfd96_0_10:notes"/>
          <p:cNvSpPr/>
          <p:nvPr>
            <p:ph type="sldImg" idx="2"/>
          </p:nvPr>
        </p:nvSpPr>
        <p:spPr bwMode="auto">
          <a:xfrm>
            <a:off x="381299" y="685800"/>
            <a:ext cx="6095999" cy="3429000"/>
          </a:xfrm>
          <a:custGeom>
            <a:avLst/>
            <a:gdLst/>
            <a:ahLst/>
            <a:cxnLst/>
            <a:rect l="l" t="t" r="r" b="b"/>
            <a:pathLst>
              <a:path w="120000" h="120000" fill="norm" stroke="1" extrusionOk="0">
                <a:moveTo>
                  <a:pt x="0" y="0"/>
                </a:moveTo>
                <a:lnTo>
                  <a:pt x="120000" y="0"/>
                </a:lnTo>
                <a:lnTo>
                  <a:pt x="120000" y="120000"/>
                </a:lnTo>
                <a:lnTo>
                  <a:pt x="0" y="120000"/>
                </a:lnTo>
                <a:close/>
              </a:path>
            </a:pathLst>
          </a:custGeom>
        </p:spPr>
      </p:sp>
      <p:sp>
        <p:nvSpPr>
          <p:cNvPr id="322158940" name="Google Shape;70;g301f22bfd96_0_10:notes"/>
          <p:cNvSpPr txBox="1"/>
          <p:nvPr>
            <p:ph type="body" idx="1"/>
          </p:nvPr>
        </p:nvSpPr>
        <p:spPr bwMode="auto">
          <a:xfrm>
            <a:off x="685800" y="4343400"/>
            <a:ext cx="5486400" cy="4114800"/>
          </a:xfrm>
          <a:prstGeom prst="rect">
            <a:avLst/>
          </a:prstGeom>
        </p:spPr>
        <p:txBody>
          <a:bodyPr spcFirstLastPara="1" wrap="square" lIns="91424" tIns="91424" rIns="91424" bIns="91424" anchor="t" anchorCtr="0">
            <a:noAutofit/>
          </a:bodyPr>
          <a:lstStyle/>
          <a:p>
            <a:pPr marL="0" lvl="0" indent="0" algn="l">
              <a:spcBef>
                <a:spcPts val="0"/>
              </a:spcBef>
              <a:spcAft>
                <a:spcPts val="0"/>
              </a:spcAft>
              <a:buNone/>
              <a:defRPr/>
            </a:pPr>
            <a:endParaRPr/>
          </a:p>
        </p:txBody>
      </p:sp>
    </p:spTree>
  </p:cSld>
</p:notes>
</file>

<file path=ppt/notesSlides/notesSlide19.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showMasterPhAnim="0" showMasterSp="0">
  <p:cSld name="">
    <p:spTree>
      <p:nvGrpSpPr>
        <p:cNvPr id="1" name=""/>
        <p:cNvGrpSpPr/>
        <p:nvPr/>
      </p:nvGrpSpPr>
      <p:grpSpPr bwMode="auto">
        <a:xfrm>
          <a:off x="0" y="0"/>
          <a:ext cx="0" cy="0"/>
          <a:chOff x="0" y="0"/>
          <a:chExt cx="0" cy="0"/>
        </a:xfrm>
      </p:grpSpPr>
      <p:sp>
        <p:nvSpPr>
          <p:cNvPr id="170018630" name="Google Shape;69;g301f22bfd96_0_10:notes"/>
          <p:cNvSpPr/>
          <p:nvPr>
            <p:ph type="sldImg" idx="2"/>
          </p:nvPr>
        </p:nvSpPr>
        <p:spPr bwMode="auto">
          <a:xfrm>
            <a:off x="381299" y="685800"/>
            <a:ext cx="6095999" cy="3429000"/>
          </a:xfrm>
          <a:custGeom>
            <a:avLst/>
            <a:gdLst/>
            <a:ahLst/>
            <a:cxnLst/>
            <a:rect l="l" t="t" r="r" b="b"/>
            <a:pathLst>
              <a:path w="120000" h="120000" fill="norm" stroke="1" extrusionOk="0">
                <a:moveTo>
                  <a:pt x="0" y="0"/>
                </a:moveTo>
                <a:lnTo>
                  <a:pt x="120000" y="0"/>
                </a:lnTo>
                <a:lnTo>
                  <a:pt x="120000" y="120000"/>
                </a:lnTo>
                <a:lnTo>
                  <a:pt x="0" y="120000"/>
                </a:lnTo>
                <a:close/>
              </a:path>
            </a:pathLst>
          </a:custGeom>
        </p:spPr>
      </p:sp>
      <p:sp>
        <p:nvSpPr>
          <p:cNvPr id="1530300457" name="Google Shape;70;g301f22bfd96_0_10:notes"/>
          <p:cNvSpPr txBox="1"/>
          <p:nvPr>
            <p:ph type="body" idx="1"/>
          </p:nvPr>
        </p:nvSpPr>
        <p:spPr bwMode="auto">
          <a:xfrm>
            <a:off x="685800" y="4343400"/>
            <a:ext cx="5486400" cy="4114800"/>
          </a:xfrm>
          <a:prstGeom prst="rect">
            <a:avLst/>
          </a:prstGeom>
        </p:spPr>
        <p:txBody>
          <a:bodyPr spcFirstLastPara="1" wrap="square" lIns="91424" tIns="91424" rIns="91424" bIns="91424" anchor="t" anchorCtr="0">
            <a:noAutofit/>
          </a:bodyPr>
          <a:lstStyle/>
          <a:p>
            <a:pPr marL="0" lvl="0" indent="0" algn="l">
              <a:spcBef>
                <a:spcPts val="0"/>
              </a:spcBef>
              <a:spcAft>
                <a:spcPts val="0"/>
              </a:spcAft>
              <a:buNone/>
              <a:defRPr/>
            </a:pPr>
            <a:endParaRPr/>
          </a:p>
        </p:txBody>
      </p:sp>
    </p:spTree>
  </p:cSld>
</p:notes>
</file>

<file path=ppt/notesSlides/notesSlide20.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showMasterPhAnim="0" showMasterSp="0">
  <p:cSld name="">
    <p:spTree>
      <p:nvGrpSpPr>
        <p:cNvPr id="1" name=""/>
        <p:cNvGrpSpPr/>
        <p:nvPr/>
      </p:nvGrpSpPr>
      <p:grpSpPr bwMode="auto">
        <a:xfrm>
          <a:off x="0" y="0"/>
          <a:ext cx="0" cy="0"/>
          <a:chOff x="0" y="0"/>
          <a:chExt cx="0" cy="0"/>
        </a:xfrm>
      </p:grpSpPr>
      <p:sp>
        <p:nvSpPr>
          <p:cNvPr id="1887047972" name="Google Shape;69;g301f22bfd96_0_10:notes"/>
          <p:cNvSpPr/>
          <p:nvPr>
            <p:ph type="sldImg" idx="2"/>
          </p:nvPr>
        </p:nvSpPr>
        <p:spPr bwMode="auto">
          <a:xfrm>
            <a:off x="381299" y="685800"/>
            <a:ext cx="6095999" cy="3429000"/>
          </a:xfrm>
          <a:custGeom>
            <a:avLst/>
            <a:gdLst/>
            <a:ahLst/>
            <a:cxnLst/>
            <a:rect l="l" t="t" r="r" b="b"/>
            <a:pathLst>
              <a:path w="120000" h="120000" fill="norm" stroke="1" extrusionOk="0">
                <a:moveTo>
                  <a:pt x="0" y="0"/>
                </a:moveTo>
                <a:lnTo>
                  <a:pt x="120000" y="0"/>
                </a:lnTo>
                <a:lnTo>
                  <a:pt x="120000" y="120000"/>
                </a:lnTo>
                <a:lnTo>
                  <a:pt x="0" y="120000"/>
                </a:lnTo>
                <a:close/>
              </a:path>
            </a:pathLst>
          </a:custGeom>
        </p:spPr>
      </p:sp>
      <p:sp>
        <p:nvSpPr>
          <p:cNvPr id="1266409101" name="Google Shape;70;g301f22bfd96_0_10:notes"/>
          <p:cNvSpPr txBox="1"/>
          <p:nvPr>
            <p:ph type="body" idx="1"/>
          </p:nvPr>
        </p:nvSpPr>
        <p:spPr bwMode="auto">
          <a:xfrm>
            <a:off x="685800" y="4343400"/>
            <a:ext cx="5486400" cy="4114800"/>
          </a:xfrm>
          <a:prstGeom prst="rect">
            <a:avLst/>
          </a:prstGeom>
        </p:spPr>
        <p:txBody>
          <a:bodyPr spcFirstLastPara="1" wrap="square" lIns="91424" tIns="91424" rIns="91424" bIns="91424" anchor="t" anchorCtr="0">
            <a:noAutofit/>
          </a:bodyPr>
          <a:lstStyle/>
          <a:p>
            <a:pPr marL="0" lvl="0" indent="0" algn="l">
              <a:spcBef>
                <a:spcPts val="0"/>
              </a:spcBef>
              <a:spcAft>
                <a:spcPts val="0"/>
              </a:spcAft>
              <a:buNone/>
              <a:defRPr/>
            </a:pPr>
            <a:endParaRPr/>
          </a:p>
        </p:txBody>
      </p:sp>
    </p:spTree>
  </p:cSld>
</p:notes>
</file>

<file path=ppt/notesSlides/notesSlide21.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showMasterPhAnim="0" showMasterSp="0">
  <p:cSld name="">
    <p:spTree>
      <p:nvGrpSpPr>
        <p:cNvPr id="1" name=""/>
        <p:cNvGrpSpPr/>
        <p:nvPr/>
      </p:nvGrpSpPr>
      <p:grpSpPr bwMode="auto">
        <a:xfrm>
          <a:off x="0" y="0"/>
          <a:ext cx="0" cy="0"/>
          <a:chOff x="0" y="0"/>
          <a:chExt cx="0" cy="0"/>
        </a:xfrm>
      </p:grpSpPr>
      <p:sp>
        <p:nvSpPr>
          <p:cNvPr id="1862856213" name="Google Shape;69;g301f22bfd96_0_10:notes"/>
          <p:cNvSpPr/>
          <p:nvPr>
            <p:ph type="sldImg" idx="2"/>
          </p:nvPr>
        </p:nvSpPr>
        <p:spPr bwMode="auto">
          <a:xfrm>
            <a:off x="381299" y="685800"/>
            <a:ext cx="6095999" cy="3429000"/>
          </a:xfrm>
          <a:custGeom>
            <a:avLst/>
            <a:gdLst/>
            <a:ahLst/>
            <a:cxnLst/>
            <a:rect l="l" t="t" r="r" b="b"/>
            <a:pathLst>
              <a:path w="120000" h="120000" fill="norm" stroke="1" extrusionOk="0">
                <a:moveTo>
                  <a:pt x="0" y="0"/>
                </a:moveTo>
                <a:lnTo>
                  <a:pt x="120000" y="0"/>
                </a:lnTo>
                <a:lnTo>
                  <a:pt x="120000" y="120000"/>
                </a:lnTo>
                <a:lnTo>
                  <a:pt x="0" y="120000"/>
                </a:lnTo>
                <a:close/>
              </a:path>
            </a:pathLst>
          </a:custGeom>
        </p:spPr>
      </p:sp>
      <p:sp>
        <p:nvSpPr>
          <p:cNvPr id="1985747810" name="Google Shape;70;g301f22bfd96_0_10:notes"/>
          <p:cNvSpPr txBox="1"/>
          <p:nvPr>
            <p:ph type="body" idx="1"/>
          </p:nvPr>
        </p:nvSpPr>
        <p:spPr bwMode="auto">
          <a:xfrm>
            <a:off x="685800" y="4343400"/>
            <a:ext cx="5486400" cy="4114800"/>
          </a:xfrm>
          <a:prstGeom prst="rect">
            <a:avLst/>
          </a:prstGeom>
        </p:spPr>
        <p:txBody>
          <a:bodyPr spcFirstLastPara="1" wrap="square" lIns="91423" tIns="91423" rIns="91423" bIns="91423" anchor="t" anchorCtr="0">
            <a:noAutofit/>
          </a:bodyPr>
          <a:lstStyle/>
          <a:p>
            <a:pPr marL="0" lvl="0" indent="0" algn="l">
              <a:spcBef>
                <a:spcPts val="0"/>
              </a:spcBef>
              <a:spcAft>
                <a:spcPts val="0"/>
              </a:spcAft>
              <a:buNone/>
              <a:defRPr/>
            </a:pPr>
            <a:endParaRPr/>
          </a:p>
        </p:txBody>
      </p:sp>
    </p:spTree>
  </p:cSld>
</p:notes>
</file>

<file path=ppt/notesSlides/notesSlide22.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showMasterPhAnim="0" showMasterSp="0">
  <p:cSld name="">
    <p:spTree>
      <p:nvGrpSpPr>
        <p:cNvPr id="1" name=""/>
        <p:cNvGrpSpPr/>
        <p:nvPr/>
      </p:nvGrpSpPr>
      <p:grpSpPr bwMode="auto">
        <a:xfrm>
          <a:off x="0" y="0"/>
          <a:ext cx="0" cy="0"/>
          <a:chOff x="0" y="0"/>
          <a:chExt cx="0" cy="0"/>
        </a:xfrm>
      </p:grpSpPr>
      <p:sp>
        <p:nvSpPr>
          <p:cNvPr id="1861327080" name="Google Shape;75;g301f22bfd96_0_15:notes"/>
          <p:cNvSpPr/>
          <p:nvPr>
            <p:ph type="sldImg" idx="2"/>
          </p:nvPr>
        </p:nvSpPr>
        <p:spPr bwMode="auto">
          <a:xfrm>
            <a:off x="381299" y="685800"/>
            <a:ext cx="6095999" cy="3429000"/>
          </a:xfrm>
          <a:custGeom>
            <a:avLst/>
            <a:gdLst/>
            <a:ahLst/>
            <a:cxnLst/>
            <a:rect l="l" t="t" r="r" b="b"/>
            <a:pathLst>
              <a:path w="120000" h="120000" fill="norm" stroke="1" extrusionOk="0">
                <a:moveTo>
                  <a:pt x="0" y="0"/>
                </a:moveTo>
                <a:lnTo>
                  <a:pt x="120000" y="0"/>
                </a:lnTo>
                <a:lnTo>
                  <a:pt x="120000" y="120000"/>
                </a:lnTo>
                <a:lnTo>
                  <a:pt x="0" y="120000"/>
                </a:lnTo>
                <a:close/>
              </a:path>
            </a:pathLst>
          </a:custGeom>
        </p:spPr>
      </p:sp>
      <p:sp>
        <p:nvSpPr>
          <p:cNvPr id="1443456833" name="Google Shape;76;g301f22bfd96_0_15:notes"/>
          <p:cNvSpPr txBox="1"/>
          <p:nvPr>
            <p:ph type="body" idx="1"/>
          </p:nvPr>
        </p:nvSpPr>
        <p:spPr bwMode="auto">
          <a:xfrm>
            <a:off x="685800" y="4343400"/>
            <a:ext cx="5486400" cy="4114800"/>
          </a:xfrm>
          <a:prstGeom prst="rect">
            <a:avLst/>
          </a:prstGeom>
        </p:spPr>
        <p:txBody>
          <a:bodyPr spcFirstLastPara="1" wrap="square" lIns="91424" tIns="91424" rIns="91424" bIns="91424" anchor="t" anchorCtr="0">
            <a:noAutofit/>
          </a:bodyPr>
          <a:lstStyle/>
          <a:p>
            <a:pPr marL="0" lvl="0" indent="0" algn="l">
              <a:spcBef>
                <a:spcPts val="0"/>
              </a:spcBef>
              <a:spcAft>
                <a:spcPts val="0"/>
              </a:spcAft>
              <a:buNone/>
              <a:defRPr/>
            </a:pPr>
            <a:endParaRPr/>
          </a:p>
        </p:txBody>
      </p:sp>
    </p:spTree>
  </p:cSld>
</p:notes>
</file>

<file path=ppt/notesSlides/notesSlide23.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showMasterPhAnim="0" showMasterSp="0">
  <p:cSld name="">
    <p:spTree>
      <p:nvGrpSpPr>
        <p:cNvPr id="1" name=""/>
        <p:cNvGrpSpPr/>
        <p:nvPr/>
      </p:nvGrpSpPr>
      <p:grpSpPr bwMode="auto">
        <a:xfrm>
          <a:off x="0" y="0"/>
          <a:ext cx="0" cy="0"/>
          <a:chOff x="0" y="0"/>
          <a:chExt cx="0" cy="0"/>
        </a:xfrm>
      </p:grpSpPr>
      <p:sp>
        <p:nvSpPr>
          <p:cNvPr id="898636379" name="Google Shape;69;g301f22bfd96_0_10:notes"/>
          <p:cNvSpPr/>
          <p:nvPr>
            <p:ph type="sldImg" idx="2"/>
          </p:nvPr>
        </p:nvSpPr>
        <p:spPr bwMode="auto">
          <a:xfrm>
            <a:off x="381298" y="685800"/>
            <a:ext cx="6095998" cy="3429000"/>
          </a:xfrm>
          <a:custGeom>
            <a:avLst/>
            <a:gdLst/>
            <a:ahLst/>
            <a:cxnLst/>
            <a:rect l="l" t="t" r="r" b="b"/>
            <a:pathLst>
              <a:path w="120000" h="120000" fill="norm" stroke="1" extrusionOk="0">
                <a:moveTo>
                  <a:pt x="0" y="0"/>
                </a:moveTo>
                <a:lnTo>
                  <a:pt x="120000" y="0"/>
                </a:lnTo>
                <a:lnTo>
                  <a:pt x="120000" y="120000"/>
                </a:lnTo>
                <a:lnTo>
                  <a:pt x="0" y="120000"/>
                </a:lnTo>
                <a:close/>
              </a:path>
            </a:pathLst>
          </a:custGeom>
        </p:spPr>
      </p:sp>
      <p:sp>
        <p:nvSpPr>
          <p:cNvPr id="577720553" name="Google Shape;70;g301f22bfd96_0_10:notes"/>
          <p:cNvSpPr txBox="1"/>
          <p:nvPr>
            <p:ph type="body" idx="1"/>
          </p:nvPr>
        </p:nvSpPr>
        <p:spPr bwMode="auto">
          <a:xfrm>
            <a:off x="685800" y="4343400"/>
            <a:ext cx="5486400" cy="4114800"/>
          </a:xfrm>
          <a:prstGeom prst="rect">
            <a:avLst/>
          </a:prstGeom>
        </p:spPr>
        <p:txBody>
          <a:bodyPr spcFirstLastPara="1" wrap="square" lIns="91422" tIns="91422" rIns="91422" bIns="91422" anchor="t" anchorCtr="0">
            <a:noAutofit/>
          </a:bodyPr>
          <a:lstStyle/>
          <a:p>
            <a:pPr marL="0" lvl="0" indent="0" algn="l">
              <a:spcBef>
                <a:spcPts val="0"/>
              </a:spcBef>
              <a:spcAft>
                <a:spcPts val="0"/>
              </a:spcAft>
              <a:buNone/>
              <a:defRPr/>
            </a:pPr>
            <a:endParaRPr/>
          </a:p>
        </p:txBody>
      </p:sp>
    </p:spTree>
  </p:cSld>
</p:notes>
</file>

<file path=ppt/notesSlides/notesSlide24.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showMasterPhAnim="0" showMasterSp="0">
  <p:cSld name="">
    <p:spTree>
      <p:nvGrpSpPr>
        <p:cNvPr id="1" name=""/>
        <p:cNvGrpSpPr/>
        <p:nvPr/>
      </p:nvGrpSpPr>
      <p:grpSpPr bwMode="auto">
        <a:xfrm>
          <a:off x="0" y="0"/>
          <a:ext cx="0" cy="0"/>
          <a:chOff x="0" y="0"/>
          <a:chExt cx="0" cy="0"/>
        </a:xfrm>
      </p:grpSpPr>
      <p:sp>
        <p:nvSpPr>
          <p:cNvPr id="1462847187" name="Google Shape;75;g301f22bfd96_0_15:notes"/>
          <p:cNvSpPr/>
          <p:nvPr>
            <p:ph type="sldImg" idx="2"/>
          </p:nvPr>
        </p:nvSpPr>
        <p:spPr bwMode="auto">
          <a:xfrm>
            <a:off x="381299" y="685800"/>
            <a:ext cx="6095999" cy="3429000"/>
          </a:xfrm>
          <a:custGeom>
            <a:avLst/>
            <a:gdLst/>
            <a:ahLst/>
            <a:cxnLst/>
            <a:rect l="l" t="t" r="r" b="b"/>
            <a:pathLst>
              <a:path w="120000" h="120000" fill="norm" stroke="1" extrusionOk="0">
                <a:moveTo>
                  <a:pt x="0" y="0"/>
                </a:moveTo>
                <a:lnTo>
                  <a:pt x="120000" y="0"/>
                </a:lnTo>
                <a:lnTo>
                  <a:pt x="120000" y="120000"/>
                </a:lnTo>
                <a:lnTo>
                  <a:pt x="0" y="120000"/>
                </a:lnTo>
                <a:close/>
              </a:path>
            </a:pathLst>
          </a:custGeom>
        </p:spPr>
      </p:sp>
      <p:sp>
        <p:nvSpPr>
          <p:cNvPr id="2074225505" name="Google Shape;76;g301f22bfd96_0_15:notes"/>
          <p:cNvSpPr txBox="1"/>
          <p:nvPr>
            <p:ph type="body" idx="1"/>
          </p:nvPr>
        </p:nvSpPr>
        <p:spPr bwMode="auto">
          <a:xfrm>
            <a:off x="685800" y="4343400"/>
            <a:ext cx="5486400" cy="4114800"/>
          </a:xfrm>
          <a:prstGeom prst="rect">
            <a:avLst/>
          </a:prstGeom>
        </p:spPr>
        <p:txBody>
          <a:bodyPr spcFirstLastPara="1" wrap="square" lIns="91423" tIns="91423" rIns="91423" bIns="91423" anchor="t" anchorCtr="0">
            <a:noAutofit/>
          </a:bodyPr>
          <a:lstStyle/>
          <a:p>
            <a:pPr marL="0" lvl="0" indent="0" algn="l">
              <a:spcBef>
                <a:spcPts val="0"/>
              </a:spcBef>
              <a:spcAft>
                <a:spcPts val="0"/>
              </a:spcAft>
              <a:buNone/>
              <a:defRPr/>
            </a:pPr>
            <a:endParaRPr/>
          </a:p>
        </p:txBody>
      </p:sp>
    </p:spTree>
  </p:cSld>
</p:notes>
</file>

<file path=ppt/slideLayouts/_rels/slideLayout1.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Title slide" preserve="0" showMasterPhAnim="0" showMasterSp="1" type="title" userDrawn="1">
  <p:cSld name="TITLE">
    <p:spTree>
      <p:nvGrpSpPr>
        <p:cNvPr id="1" name=""/>
        <p:cNvGrpSpPr/>
        <p:nvPr/>
      </p:nvGrpSpPr>
      <p:grpSpPr bwMode="auto">
        <a:xfrm>
          <a:off x="0" y="0"/>
          <a:ext cx="0" cy="0"/>
          <a:chOff x="0" y="0"/>
          <a:chExt cx="0" cy="0"/>
        </a:xfrm>
      </p:grpSpPr>
      <p:sp>
        <p:nvSpPr>
          <p:cNvPr id="10" name="Google Shape;10;p2"/>
          <p:cNvSpPr txBox="1"/>
          <p:nvPr>
            <p:ph type="ctrTitle"/>
          </p:nvPr>
        </p:nvSpPr>
        <p:spPr bwMode="auto">
          <a:xfrm>
            <a:off x="311708" y="744575"/>
            <a:ext cx="8520600" cy="2052600"/>
          </a:xfrm>
          <a:prstGeom prst="rect">
            <a:avLst/>
          </a:prstGeom>
        </p:spPr>
        <p:txBody>
          <a:bodyPr spcFirstLastPara="1" wrap="square" lIns="91425" tIns="91425" rIns="91425" bIns="91425" anchor="b" anchorCtr="0">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a:pPr>
              <a:defRPr/>
            </a:pPr>
            <a:endParaRPr/>
          </a:p>
        </p:txBody>
      </p:sp>
      <p:sp>
        <p:nvSpPr>
          <p:cNvPr id="11" name="Google Shape;11;p2"/>
          <p:cNvSpPr txBox="1"/>
          <p:nvPr>
            <p:ph type="subTitle" idx="1"/>
          </p:nvPr>
        </p:nvSpPr>
        <p:spPr bwMode="auto">
          <a:xfrm>
            <a:off x="311700" y="2834125"/>
            <a:ext cx="8520600" cy="7926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pPr>
              <a:defRPr/>
            </a:pPr>
            <a:endParaRPr/>
          </a:p>
        </p:txBody>
      </p:sp>
      <p:sp>
        <p:nvSpPr>
          <p:cNvPr id="12" name="Google Shape;12;p2"/>
          <p:cNvSpPr txBox="1"/>
          <p:nvPr>
            <p:ph type="sldNum" idx="12"/>
          </p:nvPr>
        </p:nvSpPr>
        <p:spPr bwMode="auto">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a:spcBef>
                <a:spcPts val="0"/>
              </a:spcBef>
              <a:spcAft>
                <a:spcPts val="0"/>
              </a:spcAft>
              <a:buNone/>
              <a:defRPr/>
            </a:pPr>
            <a:fld id="{00000000-1234-1234-1234-123412341234}" type="slidenum">
              <a:rPr lang="fr"/>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Section header" preserve="0" showMasterPhAnim="0" showMasterSp="1" type="secHead" userDrawn="1">
  <p:cSld name="SECTION_HEADER">
    <p:spTree>
      <p:nvGrpSpPr>
        <p:cNvPr id="1" name=""/>
        <p:cNvGrpSpPr/>
        <p:nvPr/>
      </p:nvGrpSpPr>
      <p:grpSpPr bwMode="auto">
        <a:xfrm>
          <a:off x="0" y="0"/>
          <a:ext cx="0" cy="0"/>
          <a:chOff x="0" y="0"/>
          <a:chExt cx="0" cy="0"/>
        </a:xfrm>
      </p:grpSpPr>
      <p:sp>
        <p:nvSpPr>
          <p:cNvPr id="14" name="Google Shape;14;p3"/>
          <p:cNvSpPr txBox="1"/>
          <p:nvPr>
            <p:ph type="title"/>
          </p:nvPr>
        </p:nvSpPr>
        <p:spPr bwMode="auto">
          <a:xfrm>
            <a:off x="311700" y="2150850"/>
            <a:ext cx="8520600" cy="841800"/>
          </a:xfrm>
          <a:prstGeom prst="rect">
            <a:avLst/>
          </a:prstGeom>
        </p:spPr>
        <p:txBody>
          <a:bodyPr spcFirstLastPara="1" wrap="square" lIns="91425" tIns="91425" rIns="91425" bIns="91425" anchor="ctr" anchorCtr="0">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a:pPr>
              <a:defRPr/>
            </a:pPr>
            <a:endParaRPr/>
          </a:p>
        </p:txBody>
      </p:sp>
      <p:sp>
        <p:nvSpPr>
          <p:cNvPr id="15" name="Google Shape;15;p3"/>
          <p:cNvSpPr txBox="1"/>
          <p:nvPr>
            <p:ph type="sldNum" idx="12"/>
          </p:nvPr>
        </p:nvSpPr>
        <p:spPr bwMode="auto">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a:spcBef>
                <a:spcPts val="0"/>
              </a:spcBef>
              <a:spcAft>
                <a:spcPts val="0"/>
              </a:spcAft>
              <a:buNone/>
              <a:defRPr/>
            </a:pPr>
            <a:fld id="{00000000-1234-1234-1234-123412341234}" type="slidenum">
              <a:rPr lang="fr"/>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Title and body" preserve="0" showMasterPhAnim="0" showMasterSp="1" type="tx" userDrawn="1">
  <p:cSld name="TITLE_AND_BODY">
    <p:spTree>
      <p:nvGrpSpPr>
        <p:cNvPr id="1" name=""/>
        <p:cNvGrpSpPr/>
        <p:nvPr/>
      </p:nvGrpSpPr>
      <p:grpSpPr bwMode="auto">
        <a:xfrm>
          <a:off x="0" y="0"/>
          <a:ext cx="0" cy="0"/>
          <a:chOff x="0" y="0"/>
          <a:chExt cx="0" cy="0"/>
        </a:xfrm>
      </p:grpSpPr>
      <p:sp>
        <p:nvSpPr>
          <p:cNvPr id="17" name="Google Shape;17;p4"/>
          <p:cNvSpPr txBox="1"/>
          <p:nvPr>
            <p:ph type="title"/>
          </p:nvPr>
        </p:nvSpPr>
        <p:spPr bwMode="auto">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pPr>
              <a:defRPr/>
            </a:pPr>
            <a:endParaRPr/>
          </a:p>
        </p:txBody>
      </p:sp>
      <p:sp>
        <p:nvSpPr>
          <p:cNvPr id="18" name="Google Shape;18;p4"/>
          <p:cNvSpPr txBox="1"/>
          <p:nvPr>
            <p:ph type="body" idx="1"/>
          </p:nvPr>
        </p:nvSpPr>
        <p:spPr bwMode="auto">
          <a:xfrm>
            <a:off x="311700" y="1152475"/>
            <a:ext cx="8520600" cy="3416400"/>
          </a:xfrm>
          <a:prstGeom prst="rect">
            <a:avLst/>
          </a:prstGeom>
        </p:spPr>
        <p:txBody>
          <a:bodyPr spcFirstLastPara="1" wrap="square" lIns="91425" tIns="91425" rIns="91425" bIns="91425" anchor="t"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pPr>
              <a:defRPr/>
            </a:pPr>
            <a:endParaRPr/>
          </a:p>
        </p:txBody>
      </p:sp>
      <p:sp>
        <p:nvSpPr>
          <p:cNvPr id="19" name="Google Shape;19;p4"/>
          <p:cNvSpPr txBox="1"/>
          <p:nvPr>
            <p:ph type="sldNum" idx="12"/>
          </p:nvPr>
        </p:nvSpPr>
        <p:spPr bwMode="auto">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a:spcBef>
                <a:spcPts val="0"/>
              </a:spcBef>
              <a:spcAft>
                <a:spcPts val="0"/>
              </a:spcAft>
              <a:buNone/>
              <a:defRPr/>
            </a:pPr>
            <a:fld id="{00000000-1234-1234-1234-123412341234}" type="slidenum">
              <a:rPr lang="fr"/>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Title and two columns" preserve="0" showMasterPhAnim="0" showMasterSp="1" type="twoColTx" userDrawn="1">
  <p:cSld name="TITLE_AND_TWO_COLUMNS">
    <p:spTree>
      <p:nvGrpSpPr>
        <p:cNvPr id="1" name=""/>
        <p:cNvGrpSpPr/>
        <p:nvPr/>
      </p:nvGrpSpPr>
      <p:grpSpPr bwMode="auto">
        <a:xfrm>
          <a:off x="0" y="0"/>
          <a:ext cx="0" cy="0"/>
          <a:chOff x="0" y="0"/>
          <a:chExt cx="0" cy="0"/>
        </a:xfrm>
      </p:grpSpPr>
      <p:sp>
        <p:nvSpPr>
          <p:cNvPr id="21" name="Google Shape;21;p5"/>
          <p:cNvSpPr txBox="1"/>
          <p:nvPr>
            <p:ph type="title"/>
          </p:nvPr>
        </p:nvSpPr>
        <p:spPr bwMode="auto">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pPr>
              <a:defRPr/>
            </a:pPr>
            <a:endParaRPr/>
          </a:p>
        </p:txBody>
      </p:sp>
      <p:sp>
        <p:nvSpPr>
          <p:cNvPr id="22" name="Google Shape;22;p5"/>
          <p:cNvSpPr txBox="1"/>
          <p:nvPr>
            <p:ph type="body" idx="1"/>
          </p:nvPr>
        </p:nvSpPr>
        <p:spPr bwMode="auto">
          <a:xfrm>
            <a:off x="3117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pPr>
              <a:defRPr/>
            </a:pPr>
            <a:endParaRPr/>
          </a:p>
        </p:txBody>
      </p:sp>
      <p:sp>
        <p:nvSpPr>
          <p:cNvPr id="23" name="Google Shape;23;p5"/>
          <p:cNvSpPr txBox="1"/>
          <p:nvPr>
            <p:ph type="body" idx="2"/>
          </p:nvPr>
        </p:nvSpPr>
        <p:spPr bwMode="auto">
          <a:xfrm>
            <a:off x="4832399"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pPr>
              <a:defRPr/>
            </a:pPr>
            <a:endParaRPr/>
          </a:p>
        </p:txBody>
      </p:sp>
      <p:sp>
        <p:nvSpPr>
          <p:cNvPr id="24" name="Google Shape;24;p5"/>
          <p:cNvSpPr txBox="1"/>
          <p:nvPr>
            <p:ph type="sldNum" idx="12"/>
          </p:nvPr>
        </p:nvSpPr>
        <p:spPr bwMode="auto">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a:spcBef>
                <a:spcPts val="0"/>
              </a:spcBef>
              <a:spcAft>
                <a:spcPts val="0"/>
              </a:spcAft>
              <a:buNone/>
              <a:defRPr/>
            </a:pPr>
            <a:fld id="{00000000-1234-1234-1234-123412341234}" type="slidenum">
              <a:rPr lang="fr"/>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Title only" preserve="0" showMasterPhAnim="0" showMasterSp="1" type="titleOnly" userDrawn="1">
  <p:cSld name="TITLE_ONLY">
    <p:spTree>
      <p:nvGrpSpPr>
        <p:cNvPr id="1" name=""/>
        <p:cNvGrpSpPr/>
        <p:nvPr/>
      </p:nvGrpSpPr>
      <p:grpSpPr bwMode="auto">
        <a:xfrm>
          <a:off x="0" y="0"/>
          <a:ext cx="0" cy="0"/>
          <a:chOff x="0" y="0"/>
          <a:chExt cx="0" cy="0"/>
        </a:xfrm>
      </p:grpSpPr>
      <p:sp>
        <p:nvSpPr>
          <p:cNvPr id="26" name="Google Shape;26;p6"/>
          <p:cNvSpPr txBox="1"/>
          <p:nvPr>
            <p:ph type="title"/>
          </p:nvPr>
        </p:nvSpPr>
        <p:spPr bwMode="auto">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pPr>
              <a:defRPr/>
            </a:pPr>
            <a:endParaRPr/>
          </a:p>
        </p:txBody>
      </p:sp>
      <p:sp>
        <p:nvSpPr>
          <p:cNvPr id="27" name="Google Shape;27;p6"/>
          <p:cNvSpPr txBox="1"/>
          <p:nvPr>
            <p:ph type="sldNum" idx="12"/>
          </p:nvPr>
        </p:nvSpPr>
        <p:spPr bwMode="auto">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a:spcBef>
                <a:spcPts val="0"/>
              </a:spcBef>
              <a:spcAft>
                <a:spcPts val="0"/>
              </a:spcAft>
              <a:buNone/>
              <a:defRPr/>
            </a:pPr>
            <a:fld id="{00000000-1234-1234-1234-123412341234}" type="slidenum">
              <a:rPr lang="fr"/>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One column text" preserve="0" showMasterPhAnim="0" showMasterSp="1" userDrawn="1">
  <p:cSld name="ONE_COLUMN_TEXT">
    <p:spTree>
      <p:nvGrpSpPr>
        <p:cNvPr id="1" name=""/>
        <p:cNvGrpSpPr/>
        <p:nvPr/>
      </p:nvGrpSpPr>
      <p:grpSpPr bwMode="auto">
        <a:xfrm>
          <a:off x="0" y="0"/>
          <a:ext cx="0" cy="0"/>
          <a:chOff x="0" y="0"/>
          <a:chExt cx="0" cy="0"/>
        </a:xfrm>
      </p:grpSpPr>
      <p:sp>
        <p:nvSpPr>
          <p:cNvPr id="29" name="Google Shape;29;p7"/>
          <p:cNvSpPr txBox="1"/>
          <p:nvPr>
            <p:ph type="title"/>
          </p:nvPr>
        </p:nvSpPr>
        <p:spPr bwMode="auto">
          <a:xfrm>
            <a:off x="311700" y="555600"/>
            <a:ext cx="2808000" cy="755700"/>
          </a:xfrm>
          <a:prstGeom prst="rect">
            <a:avLst/>
          </a:prstGeom>
        </p:spPr>
        <p:txBody>
          <a:bodyPr spcFirstLastPara="1" wrap="square" lIns="91425" tIns="91425" rIns="91425" bIns="91425" anchor="b" anchorCtr="0">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a:pPr>
              <a:defRPr/>
            </a:pPr>
            <a:endParaRPr/>
          </a:p>
        </p:txBody>
      </p:sp>
      <p:sp>
        <p:nvSpPr>
          <p:cNvPr id="30" name="Google Shape;30;p7"/>
          <p:cNvSpPr txBox="1"/>
          <p:nvPr>
            <p:ph type="body" idx="1"/>
          </p:nvPr>
        </p:nvSpPr>
        <p:spPr bwMode="auto">
          <a:xfrm>
            <a:off x="311700" y="1389600"/>
            <a:ext cx="2808000" cy="3179400"/>
          </a:xfrm>
          <a:prstGeom prst="rect">
            <a:avLst/>
          </a:prstGeom>
        </p:spPr>
        <p:txBody>
          <a:bodyPr spcFirstLastPara="1" wrap="square" lIns="91425" tIns="91425" rIns="91425" bIns="91425" anchor="t" anchorCtr="0">
            <a:normAutofit/>
          </a:bodyPr>
          <a:lstStyle>
            <a:lvl1pPr marL="457200" lvl="0" indent="-304800">
              <a:spcBef>
                <a:spcPts val="0"/>
              </a:spcBef>
              <a:spcAft>
                <a:spcPts val="0"/>
              </a:spcAft>
              <a:buSzPts val="1200"/>
              <a:buChar char="●"/>
              <a:defRPr sz="12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pPr>
              <a:defRPr/>
            </a:pPr>
            <a:endParaRPr/>
          </a:p>
        </p:txBody>
      </p:sp>
      <p:sp>
        <p:nvSpPr>
          <p:cNvPr id="31" name="Google Shape;31;p7"/>
          <p:cNvSpPr txBox="1"/>
          <p:nvPr>
            <p:ph type="sldNum" idx="12"/>
          </p:nvPr>
        </p:nvSpPr>
        <p:spPr bwMode="auto">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a:spcBef>
                <a:spcPts val="0"/>
              </a:spcBef>
              <a:spcAft>
                <a:spcPts val="0"/>
              </a:spcAft>
              <a:buNone/>
              <a:defRPr/>
            </a:pPr>
            <a:fld id="{00000000-1234-1234-1234-123412341234}" type="slidenum">
              <a:rPr lang="fr"/>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Main point" preserve="0" showMasterPhAnim="0" showMasterSp="1" userDrawn="1">
  <p:cSld name="MAIN_POINT">
    <p:spTree>
      <p:nvGrpSpPr>
        <p:cNvPr id="1" name=""/>
        <p:cNvGrpSpPr/>
        <p:nvPr/>
      </p:nvGrpSpPr>
      <p:grpSpPr bwMode="auto">
        <a:xfrm>
          <a:off x="0" y="0"/>
          <a:ext cx="0" cy="0"/>
          <a:chOff x="0" y="0"/>
          <a:chExt cx="0" cy="0"/>
        </a:xfrm>
      </p:grpSpPr>
      <p:sp>
        <p:nvSpPr>
          <p:cNvPr id="33" name="Google Shape;33;p8"/>
          <p:cNvSpPr txBox="1"/>
          <p:nvPr>
            <p:ph type="title"/>
          </p:nvPr>
        </p:nvSpPr>
        <p:spPr bwMode="auto">
          <a:xfrm>
            <a:off x="490250" y="450150"/>
            <a:ext cx="6367800" cy="4090800"/>
          </a:xfrm>
          <a:prstGeom prst="rect">
            <a:avLst/>
          </a:prstGeom>
        </p:spPr>
        <p:txBody>
          <a:bodyPr spcFirstLastPara="1" wrap="square" lIns="91425" tIns="91425" rIns="91425" bIns="91425" anchor="ctr" anchorCtr="0">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a:pPr>
              <a:defRPr/>
            </a:pPr>
            <a:endParaRPr/>
          </a:p>
        </p:txBody>
      </p:sp>
      <p:sp>
        <p:nvSpPr>
          <p:cNvPr id="34" name="Google Shape;34;p8"/>
          <p:cNvSpPr txBox="1"/>
          <p:nvPr>
            <p:ph type="sldNum" idx="12"/>
          </p:nvPr>
        </p:nvSpPr>
        <p:spPr bwMode="auto">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a:spcBef>
                <a:spcPts val="0"/>
              </a:spcBef>
              <a:spcAft>
                <a:spcPts val="0"/>
              </a:spcAft>
              <a:buNone/>
              <a:defRPr/>
            </a:pPr>
            <a:fld id="{00000000-1234-1234-1234-123412341234}" type="slidenum">
              <a:rPr lang="fr"/>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Section title and description" preserve="0" showMasterPhAnim="0" showMasterSp="1" userDrawn="1">
  <p:cSld name="SECTION_TITLE_AND_DESCRIPTION">
    <p:spTree>
      <p:nvGrpSpPr>
        <p:cNvPr id="1" name=""/>
        <p:cNvGrpSpPr/>
        <p:nvPr/>
      </p:nvGrpSpPr>
      <p:grpSpPr bwMode="auto">
        <a:xfrm>
          <a:off x="0" y="0"/>
          <a:ext cx="0" cy="0"/>
          <a:chOff x="0" y="0"/>
          <a:chExt cx="0" cy="0"/>
        </a:xfrm>
      </p:grpSpPr>
      <p:sp>
        <p:nvSpPr>
          <p:cNvPr id="36" name="Google Shape;36;p9"/>
          <p:cNvSpPr/>
          <p:nvPr/>
        </p:nvSpPr>
        <p:spPr bwMode="auto">
          <a:xfrm>
            <a:off x="4572000" y="-125"/>
            <a:ext cx="4572000" cy="5143500"/>
          </a:xfrm>
          <a:prstGeom prst="rect">
            <a:avLst/>
          </a:prstGeom>
          <a:solidFill>
            <a:schemeClr val="lt2"/>
          </a:solidFill>
          <a:ln>
            <a:noFill/>
          </a:ln>
        </p:spPr>
        <p:txBody>
          <a:bodyPr spcFirstLastPara="1" wrap="square" lIns="91425" tIns="91425" rIns="91425" bIns="91425" anchor="ctr" anchorCtr="0">
            <a:noAutofit/>
          </a:bodyPr>
          <a:lstStyle/>
          <a:p>
            <a:pPr marL="0" lvl="0" indent="0" algn="l">
              <a:spcBef>
                <a:spcPts val="0"/>
              </a:spcBef>
              <a:spcAft>
                <a:spcPts val="0"/>
              </a:spcAft>
              <a:buNone/>
              <a:defRPr/>
            </a:pPr>
            <a:endParaRPr/>
          </a:p>
        </p:txBody>
      </p:sp>
      <p:sp>
        <p:nvSpPr>
          <p:cNvPr id="37" name="Google Shape;37;p9"/>
          <p:cNvSpPr txBox="1"/>
          <p:nvPr>
            <p:ph type="title"/>
          </p:nvPr>
        </p:nvSpPr>
        <p:spPr bwMode="auto">
          <a:xfrm>
            <a:off x="265500" y="1233175"/>
            <a:ext cx="4045199" cy="1482300"/>
          </a:xfrm>
          <a:prstGeom prst="rect">
            <a:avLst/>
          </a:prstGeom>
        </p:spPr>
        <p:txBody>
          <a:bodyPr spcFirstLastPara="1" wrap="square" lIns="91425" tIns="91425" rIns="91425" bIns="91425" anchor="b" anchorCtr="0">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a:pPr>
              <a:defRPr/>
            </a:pPr>
            <a:endParaRPr/>
          </a:p>
        </p:txBody>
      </p:sp>
      <p:sp>
        <p:nvSpPr>
          <p:cNvPr id="38" name="Google Shape;38;p9"/>
          <p:cNvSpPr txBox="1"/>
          <p:nvPr>
            <p:ph type="subTitle" idx="1"/>
          </p:nvPr>
        </p:nvSpPr>
        <p:spPr bwMode="auto">
          <a:xfrm>
            <a:off x="265500" y="2803075"/>
            <a:ext cx="4045199" cy="1235099"/>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pPr>
              <a:defRPr/>
            </a:pPr>
            <a:endParaRPr/>
          </a:p>
        </p:txBody>
      </p:sp>
      <p:sp>
        <p:nvSpPr>
          <p:cNvPr id="39" name="Google Shape;39;p9"/>
          <p:cNvSpPr txBox="1"/>
          <p:nvPr>
            <p:ph type="body" idx="2"/>
          </p:nvPr>
        </p:nvSpPr>
        <p:spPr bwMode="auto">
          <a:xfrm>
            <a:off x="4939500" y="724075"/>
            <a:ext cx="3837000" cy="3695100"/>
          </a:xfrm>
          <a:prstGeom prst="rect">
            <a:avLst/>
          </a:prstGeom>
        </p:spPr>
        <p:txBody>
          <a:bodyPr spcFirstLastPara="1" wrap="square" lIns="91425" tIns="91425" rIns="91425" bIns="91425" anchor="ctr"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pPr>
              <a:defRPr/>
            </a:pPr>
            <a:endParaRPr/>
          </a:p>
        </p:txBody>
      </p:sp>
      <p:sp>
        <p:nvSpPr>
          <p:cNvPr id="40" name="Google Shape;40;p9"/>
          <p:cNvSpPr txBox="1"/>
          <p:nvPr>
            <p:ph type="sldNum" idx="12"/>
          </p:nvPr>
        </p:nvSpPr>
        <p:spPr bwMode="auto">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a:spcBef>
                <a:spcPts val="0"/>
              </a:spcBef>
              <a:spcAft>
                <a:spcPts val="0"/>
              </a:spcAft>
              <a:buNone/>
              <a:defRPr/>
            </a:pPr>
            <a:fld id="{00000000-1234-1234-1234-123412341234}" type="slidenum">
              <a:rPr lang="fr"/>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Caption" preserve="0" showMasterPhAnim="0" showMasterSp="1" userDrawn="1">
  <p:cSld name="CAPTION_ONLY">
    <p:spTree>
      <p:nvGrpSpPr>
        <p:cNvPr id="1" name=""/>
        <p:cNvGrpSpPr/>
        <p:nvPr/>
      </p:nvGrpSpPr>
      <p:grpSpPr bwMode="auto">
        <a:xfrm>
          <a:off x="0" y="0"/>
          <a:ext cx="0" cy="0"/>
          <a:chOff x="0" y="0"/>
          <a:chExt cx="0" cy="0"/>
        </a:xfrm>
      </p:grpSpPr>
      <p:sp>
        <p:nvSpPr>
          <p:cNvPr id="42" name="Google Shape;42;p10"/>
          <p:cNvSpPr txBox="1"/>
          <p:nvPr>
            <p:ph type="body" idx="1"/>
          </p:nvPr>
        </p:nvSpPr>
        <p:spPr bwMode="auto">
          <a:xfrm>
            <a:off x="311700" y="4230575"/>
            <a:ext cx="5998800" cy="605100"/>
          </a:xfrm>
          <a:prstGeom prst="rect">
            <a:avLst/>
          </a:prstGeom>
        </p:spPr>
        <p:txBody>
          <a:bodyPr spcFirstLastPara="1" wrap="square" lIns="91425" tIns="91425" rIns="91425" bIns="91425" anchor="ctr" anchorCtr="0">
            <a:normAutofit/>
          </a:bodyPr>
          <a:lstStyle>
            <a:lvl1pPr marL="457200" lvl="0" indent="-228600">
              <a:lnSpc>
                <a:spcPct val="100000"/>
              </a:lnSpc>
              <a:spcBef>
                <a:spcPts val="0"/>
              </a:spcBef>
              <a:spcAft>
                <a:spcPts val="0"/>
              </a:spcAft>
              <a:buSzPts val="1800"/>
              <a:buNone/>
              <a:defRPr/>
            </a:lvl1pPr>
          </a:lstStyle>
          <a:p>
            <a:pPr>
              <a:defRPr/>
            </a:pPr>
            <a:endParaRPr/>
          </a:p>
        </p:txBody>
      </p:sp>
      <p:sp>
        <p:nvSpPr>
          <p:cNvPr id="43" name="Google Shape;43;p10"/>
          <p:cNvSpPr txBox="1"/>
          <p:nvPr>
            <p:ph type="sldNum" idx="12"/>
          </p:nvPr>
        </p:nvSpPr>
        <p:spPr bwMode="auto">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a:spcBef>
                <a:spcPts val="0"/>
              </a:spcBef>
              <a:spcAft>
                <a:spcPts val="0"/>
              </a:spcAft>
              <a:buNone/>
              <a:defRPr/>
            </a:pPr>
            <a:fld id="{00000000-1234-1234-1234-123412341234}" type="slidenum">
              <a:rPr lang="fr"/>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Big number" preserve="0" showMasterPhAnim="0" showMasterSp="1" userDrawn="1">
  <p:cSld name="BIG_NUMBER">
    <p:spTree>
      <p:nvGrpSpPr>
        <p:cNvPr id="1" name=""/>
        <p:cNvGrpSpPr/>
        <p:nvPr/>
      </p:nvGrpSpPr>
      <p:grpSpPr bwMode="auto">
        <a:xfrm>
          <a:off x="0" y="0"/>
          <a:ext cx="0" cy="0"/>
          <a:chOff x="0" y="0"/>
          <a:chExt cx="0" cy="0"/>
        </a:xfrm>
      </p:grpSpPr>
      <p:sp>
        <p:nvSpPr>
          <p:cNvPr id="45" name="Google Shape;45;p11"/>
          <p:cNvSpPr txBox="1"/>
          <p:nvPr>
            <p:ph type="title" hasCustomPrompt="1"/>
          </p:nvPr>
        </p:nvSpPr>
        <p:spPr bwMode="auto">
          <a:xfrm>
            <a:off x="311700" y="1106125"/>
            <a:ext cx="8520600" cy="1963500"/>
          </a:xfrm>
          <a:prstGeom prst="rect">
            <a:avLst/>
          </a:prstGeom>
        </p:spPr>
        <p:txBody>
          <a:bodyPr spcFirstLastPara="1" wrap="square" lIns="91425" tIns="91425" rIns="91425" bIns="91425" anchor="b" anchorCtr="0">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pPr>
              <a:defRPr/>
            </a:pPr>
            <a:r>
              <a:rPr/>
              <a:t>xx%</a:t>
            </a:r>
            <a:endParaRPr/>
          </a:p>
        </p:txBody>
      </p:sp>
      <p:sp>
        <p:nvSpPr>
          <p:cNvPr id="46" name="Google Shape;46;p11"/>
          <p:cNvSpPr txBox="1"/>
          <p:nvPr>
            <p:ph type="body" idx="1"/>
          </p:nvPr>
        </p:nvSpPr>
        <p:spPr bwMode="auto">
          <a:xfrm>
            <a:off x="311700" y="3152225"/>
            <a:ext cx="8520600" cy="1300800"/>
          </a:xfrm>
          <a:prstGeom prst="rect">
            <a:avLst/>
          </a:prstGeom>
        </p:spPr>
        <p:txBody>
          <a:bodyPr spcFirstLastPara="1" wrap="square" lIns="91425" tIns="91425" rIns="91425" bIns="91425" anchor="t" anchorCtr="0">
            <a:normAutofit/>
          </a:bodyPr>
          <a:lstStyle>
            <a:lvl1pPr marL="457200" lvl="0" indent="-342900" algn="ctr">
              <a:spcBef>
                <a:spcPts val="0"/>
              </a:spcBef>
              <a:spcAft>
                <a:spcPts val="0"/>
              </a:spcAft>
              <a:buSzPts val="1800"/>
              <a:buChar char="●"/>
              <a:defRPr/>
            </a:lvl1pPr>
            <a:lvl2pPr marL="914400" lvl="1" indent="-317500" algn="ctr">
              <a:spcBef>
                <a:spcPts val="0"/>
              </a:spcBef>
              <a:spcAft>
                <a:spcPts val="0"/>
              </a:spcAft>
              <a:buSzPts val="1400"/>
              <a:buChar char="○"/>
              <a:defRPr/>
            </a:lvl2pPr>
            <a:lvl3pPr marL="1371600" lvl="2" indent="-317500" algn="ctr">
              <a:spcBef>
                <a:spcPts val="0"/>
              </a:spcBef>
              <a:spcAft>
                <a:spcPts val="0"/>
              </a:spcAft>
              <a:buSzPts val="1400"/>
              <a:buChar char="■"/>
              <a:defRPr/>
            </a:lvl3pPr>
            <a:lvl4pPr marL="1828800" lvl="3" indent="-317500" algn="ctr">
              <a:spcBef>
                <a:spcPts val="0"/>
              </a:spcBef>
              <a:spcAft>
                <a:spcPts val="0"/>
              </a:spcAft>
              <a:buSzPts val="1400"/>
              <a:buChar char="●"/>
              <a:defRPr/>
            </a:lvl4pPr>
            <a:lvl5pPr marL="2286000" lvl="4" indent="-317500" algn="ctr">
              <a:spcBef>
                <a:spcPts val="0"/>
              </a:spcBef>
              <a:spcAft>
                <a:spcPts val="0"/>
              </a:spcAft>
              <a:buSzPts val="1400"/>
              <a:buChar char="○"/>
              <a:defRPr/>
            </a:lvl5pPr>
            <a:lvl6pPr marL="2743200" lvl="5" indent="-317500" algn="ctr">
              <a:spcBef>
                <a:spcPts val="0"/>
              </a:spcBef>
              <a:spcAft>
                <a:spcPts val="0"/>
              </a:spcAft>
              <a:buSzPts val="1400"/>
              <a:buChar char="■"/>
              <a:defRPr/>
            </a:lvl6pPr>
            <a:lvl7pPr marL="3200400" lvl="6" indent="-317500" algn="ctr">
              <a:spcBef>
                <a:spcPts val="0"/>
              </a:spcBef>
              <a:spcAft>
                <a:spcPts val="0"/>
              </a:spcAft>
              <a:buSzPts val="1400"/>
              <a:buChar char="●"/>
              <a:defRPr/>
            </a:lvl7pPr>
            <a:lvl8pPr marL="3657600" lvl="7" indent="-317500" algn="ctr">
              <a:spcBef>
                <a:spcPts val="0"/>
              </a:spcBef>
              <a:spcAft>
                <a:spcPts val="0"/>
              </a:spcAft>
              <a:buSzPts val="1400"/>
              <a:buChar char="○"/>
              <a:defRPr/>
            </a:lvl8pPr>
            <a:lvl9pPr marL="4114800" lvl="8" indent="-317500" algn="ctr">
              <a:spcBef>
                <a:spcPts val="0"/>
              </a:spcBef>
              <a:spcAft>
                <a:spcPts val="0"/>
              </a:spcAft>
              <a:buSzPts val="1400"/>
              <a:buChar char="■"/>
              <a:defRPr/>
            </a:lvl9pPr>
          </a:lstStyle>
          <a:p>
            <a:pPr>
              <a:defRPr/>
            </a:pPr>
            <a:endParaRPr/>
          </a:p>
        </p:txBody>
      </p:sp>
      <p:sp>
        <p:nvSpPr>
          <p:cNvPr id="47" name="Google Shape;47;p11"/>
          <p:cNvSpPr txBox="1"/>
          <p:nvPr>
            <p:ph type="sldNum" idx="12"/>
          </p:nvPr>
        </p:nvSpPr>
        <p:spPr bwMode="auto">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a:spcBef>
                <a:spcPts val="0"/>
              </a:spcBef>
              <a:spcAft>
                <a:spcPts val="0"/>
              </a:spcAft>
              <a:buNone/>
              <a:defRPr/>
            </a:pPr>
            <a:fld id="{00000000-1234-1234-1234-123412341234}" type="slidenum">
              <a:rPr lang="fr"/>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Blank" preserve="0" showMasterPhAnim="0" showMasterSp="1" type="blank" userDrawn="1">
  <p:cSld name="BLANK">
    <p:spTree>
      <p:nvGrpSpPr>
        <p:cNvPr id="1" name=""/>
        <p:cNvGrpSpPr/>
        <p:nvPr/>
      </p:nvGrpSpPr>
      <p:grpSpPr bwMode="auto">
        <a:xfrm>
          <a:off x="0" y="0"/>
          <a:ext cx="0" cy="0"/>
          <a:chOff x="0" y="0"/>
          <a:chExt cx="0" cy="0"/>
        </a:xfrm>
      </p:grpSpPr>
      <p:sp>
        <p:nvSpPr>
          <p:cNvPr id="49" name="Google Shape;49;p12"/>
          <p:cNvSpPr txBox="1"/>
          <p:nvPr>
            <p:ph type="sldNum" idx="12"/>
          </p:nvPr>
        </p:nvSpPr>
        <p:spPr bwMode="auto">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a:spcBef>
                <a:spcPts val="0"/>
              </a:spcBef>
              <a:spcAft>
                <a:spcPts val="0"/>
              </a:spcAft>
              <a:buNone/>
              <a:defRPr/>
            </a:pPr>
            <a:fld id="{00000000-1234-1234-1234-123412341234}" type="slidenum">
              <a:rPr lang="fr"/>
              <a:t>‹#›</a:t>
            </a:fld>
            <a:endParaRPr/>
          </a:p>
        </p:txBody>
      </p:sp>
    </p:spTree>
  </p:cSld>
  <p:clrMapOvr>
    <a:masterClrMapping/>
  </p:clrMapOvr>
</p:sldLayout>
</file>

<file path=ppt/slideMasters/_rels/slideMaster1.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reserve="0">
  <p:cSld name="simple-light-2">
    <p:bg>
      <p:bgPr shadeToTitle="0">
        <a:solidFill>
          <a:schemeClr val="lt1"/>
        </a:solidFill>
      </p:bgPr>
    </p:bg>
    <p:spTree>
      <p:nvGrpSpPr>
        <p:cNvPr id="1" name=""/>
        <p:cNvGrpSpPr/>
        <p:nvPr/>
      </p:nvGrpSpPr>
      <p:grpSpPr bwMode="auto">
        <a:xfrm>
          <a:off x="0" y="0"/>
          <a:ext cx="0" cy="0"/>
          <a:chOff x="0" y="0"/>
          <a:chExt cx="0" cy="0"/>
        </a:xfrm>
      </p:grpSpPr>
      <p:sp>
        <p:nvSpPr>
          <p:cNvPr id="6" name="Google Shape;6;p1"/>
          <p:cNvSpPr txBox="1"/>
          <p:nvPr>
            <p:ph type="title"/>
          </p:nvPr>
        </p:nvSpPr>
        <p:spPr bwMode="auto">
          <a:xfrm>
            <a:off x="311700" y="445025"/>
            <a:ext cx="8520600" cy="572700"/>
          </a:xfrm>
          <a:prstGeom prst="rect">
            <a:avLst/>
          </a:prstGeom>
          <a:noFill/>
          <a:ln>
            <a:noFill/>
          </a:ln>
        </p:spPr>
        <p:txBody>
          <a:bodyPr spcFirstLastPara="1" wrap="square" lIns="91425" tIns="91425" rIns="91425" bIns="91425" anchor="t" anchorCtr="0">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a:pPr>
              <a:defRPr/>
            </a:pPr>
            <a:endParaRPr/>
          </a:p>
        </p:txBody>
      </p:sp>
      <p:sp>
        <p:nvSpPr>
          <p:cNvPr id="7" name="Google Shape;7;p1"/>
          <p:cNvSpPr txBox="1"/>
          <p:nvPr>
            <p:ph type="body" idx="1"/>
          </p:nvPr>
        </p:nvSpPr>
        <p:spPr bwMode="auto">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lvl="0" indent="-342900">
              <a:lnSpc>
                <a:spcPct val="114999"/>
              </a:lnSpc>
              <a:spcBef>
                <a:spcPts val="0"/>
              </a:spcBef>
              <a:spcAft>
                <a:spcPts val="0"/>
              </a:spcAft>
              <a:buClr>
                <a:schemeClr val="dk2"/>
              </a:buClr>
              <a:buSzPts val="1800"/>
              <a:buChar char="●"/>
              <a:defRPr sz="1800">
                <a:solidFill>
                  <a:schemeClr val="dk2"/>
                </a:solidFill>
              </a:defRPr>
            </a:lvl1pPr>
            <a:lvl2pPr marL="914400" lvl="1" indent="-317500">
              <a:lnSpc>
                <a:spcPct val="114999"/>
              </a:lnSpc>
              <a:spcBef>
                <a:spcPts val="0"/>
              </a:spcBef>
              <a:spcAft>
                <a:spcPts val="0"/>
              </a:spcAft>
              <a:buClr>
                <a:schemeClr val="dk2"/>
              </a:buClr>
              <a:buSzPts val="1400"/>
              <a:buChar char="○"/>
              <a:defRPr>
                <a:solidFill>
                  <a:schemeClr val="dk2"/>
                </a:solidFill>
              </a:defRPr>
            </a:lvl2pPr>
            <a:lvl3pPr marL="1371600" lvl="2" indent="-317500">
              <a:lnSpc>
                <a:spcPct val="114999"/>
              </a:lnSpc>
              <a:spcBef>
                <a:spcPts val="0"/>
              </a:spcBef>
              <a:spcAft>
                <a:spcPts val="0"/>
              </a:spcAft>
              <a:buClr>
                <a:schemeClr val="dk2"/>
              </a:buClr>
              <a:buSzPts val="1400"/>
              <a:buChar char="■"/>
              <a:defRPr>
                <a:solidFill>
                  <a:schemeClr val="dk2"/>
                </a:solidFill>
              </a:defRPr>
            </a:lvl3pPr>
            <a:lvl4pPr marL="1828800" lvl="3" indent="-317500">
              <a:lnSpc>
                <a:spcPct val="114999"/>
              </a:lnSpc>
              <a:spcBef>
                <a:spcPts val="0"/>
              </a:spcBef>
              <a:spcAft>
                <a:spcPts val="0"/>
              </a:spcAft>
              <a:buClr>
                <a:schemeClr val="dk2"/>
              </a:buClr>
              <a:buSzPts val="1400"/>
              <a:buChar char="●"/>
              <a:defRPr>
                <a:solidFill>
                  <a:schemeClr val="dk2"/>
                </a:solidFill>
              </a:defRPr>
            </a:lvl4pPr>
            <a:lvl5pPr marL="2286000" lvl="4" indent="-317500">
              <a:lnSpc>
                <a:spcPct val="114999"/>
              </a:lnSpc>
              <a:spcBef>
                <a:spcPts val="0"/>
              </a:spcBef>
              <a:spcAft>
                <a:spcPts val="0"/>
              </a:spcAft>
              <a:buClr>
                <a:schemeClr val="dk2"/>
              </a:buClr>
              <a:buSzPts val="1400"/>
              <a:buChar char="○"/>
              <a:defRPr>
                <a:solidFill>
                  <a:schemeClr val="dk2"/>
                </a:solidFill>
              </a:defRPr>
            </a:lvl5pPr>
            <a:lvl6pPr marL="2743200" lvl="5" indent="-317500">
              <a:lnSpc>
                <a:spcPct val="114999"/>
              </a:lnSpc>
              <a:spcBef>
                <a:spcPts val="0"/>
              </a:spcBef>
              <a:spcAft>
                <a:spcPts val="0"/>
              </a:spcAft>
              <a:buClr>
                <a:schemeClr val="dk2"/>
              </a:buClr>
              <a:buSzPts val="1400"/>
              <a:buChar char="■"/>
              <a:defRPr>
                <a:solidFill>
                  <a:schemeClr val="dk2"/>
                </a:solidFill>
              </a:defRPr>
            </a:lvl6pPr>
            <a:lvl7pPr marL="3200400" lvl="6" indent="-317500">
              <a:lnSpc>
                <a:spcPct val="114999"/>
              </a:lnSpc>
              <a:spcBef>
                <a:spcPts val="0"/>
              </a:spcBef>
              <a:spcAft>
                <a:spcPts val="0"/>
              </a:spcAft>
              <a:buClr>
                <a:schemeClr val="dk2"/>
              </a:buClr>
              <a:buSzPts val="1400"/>
              <a:buChar char="●"/>
              <a:defRPr>
                <a:solidFill>
                  <a:schemeClr val="dk2"/>
                </a:solidFill>
              </a:defRPr>
            </a:lvl7pPr>
            <a:lvl8pPr marL="3657600" lvl="7" indent="-317500">
              <a:lnSpc>
                <a:spcPct val="114999"/>
              </a:lnSpc>
              <a:spcBef>
                <a:spcPts val="0"/>
              </a:spcBef>
              <a:spcAft>
                <a:spcPts val="0"/>
              </a:spcAft>
              <a:buClr>
                <a:schemeClr val="dk2"/>
              </a:buClr>
              <a:buSzPts val="1400"/>
              <a:buChar char="○"/>
              <a:defRPr>
                <a:solidFill>
                  <a:schemeClr val="dk2"/>
                </a:solidFill>
              </a:defRPr>
            </a:lvl8pPr>
            <a:lvl9pPr marL="4114800" lvl="8" indent="-317500">
              <a:lnSpc>
                <a:spcPct val="114999"/>
              </a:lnSpc>
              <a:spcBef>
                <a:spcPts val="0"/>
              </a:spcBef>
              <a:spcAft>
                <a:spcPts val="0"/>
              </a:spcAft>
              <a:buClr>
                <a:schemeClr val="dk2"/>
              </a:buClr>
              <a:buSzPts val="1400"/>
              <a:buChar char="■"/>
              <a:defRPr>
                <a:solidFill>
                  <a:schemeClr val="dk2"/>
                </a:solidFill>
              </a:defRPr>
            </a:lvl9pPr>
          </a:lstStyle>
          <a:p>
            <a:pPr>
              <a:defRPr/>
            </a:pPr>
            <a:endParaRPr/>
          </a:p>
        </p:txBody>
      </p:sp>
      <p:sp>
        <p:nvSpPr>
          <p:cNvPr id="8" name="Google Shape;8;p1"/>
          <p:cNvSpPr txBox="1"/>
          <p:nvPr>
            <p:ph type="sldNum" idx="12"/>
          </p:nvPr>
        </p:nvSpPr>
        <p:spPr bwMode="auto">
          <a:xfrm>
            <a:off x="8472458" y="4663217"/>
            <a:ext cx="548700" cy="393600"/>
          </a:xfrm>
          <a:prstGeom prst="rect">
            <a:avLst/>
          </a:prstGeom>
          <a:noFill/>
          <a:ln>
            <a:noFill/>
          </a:ln>
        </p:spPr>
        <p:txBody>
          <a:bodyPr spcFirstLastPara="1" wrap="square" lIns="91425" tIns="91425" rIns="91425" bIns="91425" anchor="ctr" anchorCtr="0">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marL="0" lvl="0" indent="0" algn="r">
              <a:spcBef>
                <a:spcPts val="0"/>
              </a:spcBef>
              <a:spcAft>
                <a:spcPts val="0"/>
              </a:spcAft>
              <a:buNone/>
              <a:defRPr/>
            </a:pPr>
            <a:fld id="{00000000-1234-1234-1234-123412341234}" type="slidenum">
              <a:rPr lang="fr"/>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sldNum="0"/>
  <p:txStyles>
    <p:titleStyle>
      <a:defPPr marR="0" lvl="0" algn="l">
        <a:lnSpc>
          <a:spcPct val="100000"/>
        </a:lnSpc>
        <a:spcBef>
          <a:spcPts val="0"/>
        </a:spcBef>
        <a:spcAft>
          <a:spcPts val="0"/>
        </a:spcAft>
      </a:defPPr>
      <a:lvl1pPr marR="0" lvl="0" algn="l">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1pPr>
      <a:lvl2pPr marR="0" lvl="1" algn="l">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2pPr>
      <a:lvl3pPr marR="0" lvl="2" algn="l">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3pPr>
      <a:lvl4pPr marR="0" lvl="3" algn="l">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4pPr>
      <a:lvl5pPr marR="0" lvl="4" algn="l">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5pPr>
      <a:lvl6pPr marR="0" lvl="5" algn="l">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6pPr>
      <a:lvl7pPr marR="0" lvl="6" algn="l">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7pPr>
      <a:lvl8pPr marR="0" lvl="7" algn="l">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8pPr>
      <a:lvl9pPr marR="0" lvl="8" algn="l">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9pPr>
    </p:titleStyle>
    <p:bodyStyle>
      <a:defPPr marR="0" lvl="0" algn="l">
        <a:lnSpc>
          <a:spcPct val="100000"/>
        </a:lnSpc>
        <a:spcBef>
          <a:spcPts val="0"/>
        </a:spcBef>
        <a:spcAft>
          <a:spcPts val="0"/>
        </a:spcAft>
      </a:defPPr>
      <a:lvl1pPr marR="0" lvl="0" algn="l">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1pPr>
      <a:lvl2pPr marR="0" lvl="1" algn="l">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2pPr>
      <a:lvl3pPr marR="0" lvl="2" algn="l">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3pPr>
      <a:lvl4pPr marR="0" lvl="3" algn="l">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4pPr>
      <a:lvl5pPr marR="0" lvl="4" algn="l">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5pPr>
      <a:lvl6pPr marR="0" lvl="5" algn="l">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6pPr>
      <a:lvl7pPr marR="0" lvl="6" algn="l">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7pPr>
      <a:lvl8pPr marR="0" lvl="7" algn="l">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8pPr>
      <a:lvl9pPr marR="0" lvl="8" algn="l">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9pPr>
    </p:bodyStyle>
    <p:otherStyle>
      <a:defPPr marR="0" lvl="0" algn="l">
        <a:lnSpc>
          <a:spcPct val="100000"/>
        </a:lnSpc>
        <a:spcBef>
          <a:spcPts val="0"/>
        </a:spcBef>
        <a:spcAft>
          <a:spcPts val="0"/>
        </a:spcAft>
      </a:defPPr>
      <a:lvl1pPr marR="0" lvl="0" algn="l">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1pPr>
      <a:lvl2pPr marR="0" lvl="1" algn="l">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2pPr>
      <a:lvl3pPr marR="0" lvl="2" algn="l">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3pPr>
      <a:lvl4pPr marR="0" lvl="3" algn="l">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4pPr>
      <a:lvl5pPr marR="0" lvl="4" algn="l">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5pPr>
      <a:lvl6pPr marR="0" lvl="5" algn="l">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6pPr>
      <a:lvl7pPr marR="0" lvl="6" algn="l">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7pPr>
      <a:lvl8pPr marR="0" lvl="7" algn="l">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8pPr>
      <a:lvl9pPr marR="0" lvl="8" algn="l">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9pPr>
    </p:otherStyle>
  </p:txStyles>
</p:sldMaster>
</file>

<file path=ppt/slides/_rels/slide1.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 Id="rId3" Type="http://schemas.openxmlformats.org/officeDocument/2006/relationships/image" Target="../media/image1.png"/></Relationships>
</file>

<file path=ppt/slides/_rels/slide4.xml.rels><?xml version="1.0" encoding="UTF-8" standalone="yes"?><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 Id="rId3" Type="http://schemas.openxmlformats.org/officeDocument/2006/relationships/image" Target="../media/image2.png"/></Relationships>
</file>

<file path=ppt/slides/_rels/slide5.xml.rels><?xml version="1.0" encoding="UTF-8" standalone="yes"?><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image" Target="../media/image3.png"/></Relationships>
</file>

<file path=ppt/slides/_rels/slide6.xml.rels><?xml version="1.0" encoding="UTF-8" standalone="yes"?><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 Id="rId3" Type="http://schemas.openxmlformats.org/officeDocument/2006/relationships/image" Target="../media/image4.png"/></Relationships>
</file>

<file path=ppt/slides/_rels/slide8.xml.rels><?xml version="1.0" encoding="UTF-8" standalone="yes"?><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 Id="rId3" Type="http://schemas.openxmlformats.org/officeDocument/2006/relationships/image" Target="../media/image5.png"/></Relationships>
</file>

<file path=ppt/slides/_rels/slide9.xml.rels><?xml version="1.0" encoding="UTF-8" standalone="yes"?><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 Id="rId3" Type="http://schemas.openxmlformats.org/officeDocument/2006/relationships/image" Target="../media/image6.png"/></Relationships>
</file>

<file path=ppt/slides/_rels/slide10.xml.rels><?xml version="1.0" encoding="UTF-8" standalone="yes"?><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 Id="rId3" Type="http://schemas.openxmlformats.org/officeDocument/2006/relationships/image" Target="../media/image7.png"/></Relationships>
</file>

<file path=ppt/slides/_rels/slide11.xml.rels><?xml version="1.0" encoding="UTF-8" standalone="yes"?><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 Id="rId3" Type="http://schemas.openxmlformats.org/officeDocument/2006/relationships/image" Target="../media/image8.png"/></Relationships>
</file>

<file path=ppt/slides/_rels/slide12.xml.rels><?xml version="1.0" encoding="UTF-8" standalone="yes"?><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 Id="rId3" Type="http://schemas.openxmlformats.org/officeDocument/2006/relationships/image" Target="../media/image9.png"/></Relationships>
</file>

<file path=ppt/slides/_rels/slide13.xml.rels><?xml version="1.0" encoding="UTF-8" standalone="yes"?><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 Id="rId3" Type="http://schemas.openxmlformats.org/officeDocument/2006/relationships/image" Target="../media/image10.png"/></Relationships>
</file>

<file path=ppt/slides/_rels/slide14.xml.rels><?xml version="1.0" encoding="UTF-8" standalone="yes"?><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 Id="rId3" Type="http://schemas.openxmlformats.org/officeDocument/2006/relationships/image" Target="../media/image11.png"/></Relationships>
</file>

<file path=ppt/slides/_rels/slide15.xml.rels><?xml version="1.0" encoding="UTF-8" standalone="yes"?><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 Id="rId3" Type="http://schemas.openxmlformats.org/officeDocument/2006/relationships/image" Target="../media/image12.png"/></Relationships>
</file>

<file path=ppt/slides/_rels/slide16.xml.rels><?xml version="1.0" encoding="UTF-8" standalone="yes"?><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 Id="rId3" Type="http://schemas.openxmlformats.org/officeDocument/2006/relationships/image" Target="../media/image13.png"/></Relationships>
</file>

<file path=ppt/slides/_rels/slide17.xml.rels><?xml version="1.0" encoding="UTF-8" standalone="yes"?><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 Id="rId3" Type="http://schemas.openxmlformats.org/officeDocument/2006/relationships/image" Target="../media/image14.png"/></Relationships>
</file>

<file path=ppt/slides/_rels/slide18.xml.rels><?xml version="1.0" encoding="UTF-8" standalone="yes"?><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 Id="rId3" Type="http://schemas.openxmlformats.org/officeDocument/2006/relationships/image" Target="../media/image15.png"/></Relationships>
</file>

<file path=ppt/slides/_rels/slide19.xml.rels><?xml version="1.0" encoding="UTF-8" standalone="yes"?><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 Id="rId3" Type="http://schemas.openxmlformats.org/officeDocument/2006/relationships/image" Target="../media/image16.png"/></Relationships>
</file>

<file path=ppt/slides/_rels/slide20.xml.rels><?xml version="1.0" encoding="UTF-8" standalone="yes"?><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 Id="rId3" Type="http://schemas.openxmlformats.org/officeDocument/2006/relationships/image" Target="../media/image17.png"/></Relationships>
</file>

<file path=ppt/slides/_rels/slide21.xml.rels><?xml version="1.0" encoding="UTF-8" standalone="yes"?><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 Id="rId3" Type="http://schemas.openxmlformats.org/officeDocument/2006/relationships/image" Target="../media/image18.png"/></Relationships>
</file>

<file path=ppt/slides/_rels/slide22.xml.rels><?xml version="1.0" encoding="UTF-8" standalone="yes"?><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 Id="rId3" Type="http://schemas.openxmlformats.org/officeDocument/2006/relationships/image" Target="../media/image19.png"/></Relationships>
</file>

<file path=ppt/slides/_rels/slide23.xml.rels><?xml version="1.0" encoding="UTF-8" standalone="yes"?><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3.xml"/><Relationship Id="rId3" Type="http://schemas.openxmlformats.org/officeDocument/2006/relationships/image" Target="../media/image20.png"/></Relationships>
</file>

<file path=ppt/slides/_rels/slide24.xml.rels><?xml version="1.0" encoding="UTF-8" standalone="yes"?><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4.xml"/><Relationship Id="rId3" Type="http://schemas.openxmlformats.org/officeDocument/2006/relationships/image" Target="../media/image21.png"/></Relationships>
</file>

<file path=ppt/slides/slide1.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54" name="Google Shape;54;p13"/>
          <p:cNvSpPr txBox="1"/>
          <p:nvPr>
            <p:ph type="ctrTitle"/>
          </p:nvPr>
        </p:nvSpPr>
        <p:spPr bwMode="auto">
          <a:xfrm flipH="0" flipV="0">
            <a:off x="311707" y="982737"/>
            <a:ext cx="8520599" cy="877055"/>
          </a:xfrm>
          <a:prstGeom prst="rect">
            <a:avLst/>
          </a:prstGeom>
        </p:spPr>
        <p:txBody>
          <a:bodyPr spcFirstLastPara="1" vertOverflow="overflow" horzOverflow="overflow" vert="horz" wrap="square" lIns="91424" tIns="91424" rIns="91424" bIns="91424" numCol="1" spcCol="0" rtlCol="0" fromWordArt="0" anchor="b" anchorCtr="0" forceAA="0" upright="0" compatLnSpc="0">
            <a:normAutofit fontScale="95000" lnSpcReduction="1000"/>
          </a:bodyPr>
          <a:lstStyle/>
          <a:p>
            <a:pPr marL="0" lvl="0" indent="0" algn="ctr">
              <a:spcBef>
                <a:spcPts val="0"/>
              </a:spcBef>
              <a:spcAft>
                <a:spcPts val="0"/>
              </a:spcAft>
              <a:buNone/>
              <a:defRPr/>
            </a:pPr>
            <a:r>
              <a:rPr lang="fr"/>
              <a:t>Projet 7</a:t>
            </a:r>
            <a:endParaRPr/>
          </a:p>
        </p:txBody>
      </p:sp>
      <p:sp>
        <p:nvSpPr>
          <p:cNvPr id="55" name="Google Shape;55;p13"/>
          <p:cNvSpPr txBox="1"/>
          <p:nvPr>
            <p:ph type="subTitle" idx="1"/>
          </p:nvPr>
        </p:nvSpPr>
        <p:spPr bwMode="auto">
          <a:xfrm>
            <a:off x="311699" y="2041222"/>
            <a:ext cx="8520600" cy="792600"/>
          </a:xfrm>
          <a:prstGeom prst="rect">
            <a:avLst/>
          </a:prstGeom>
        </p:spPr>
        <p:txBody>
          <a:bodyPr spcFirstLastPara="1" vertOverflow="overflow" horzOverflow="overflow" vert="horz" wrap="square" lIns="91424" tIns="91424" rIns="91424" bIns="91424" numCol="1" spcCol="0" rtlCol="0" fromWordArt="0" anchor="t" anchorCtr="0" forceAA="0" upright="0" compatLnSpc="0">
            <a:normAutofit fontScale="50000" lnSpcReduction="10000"/>
          </a:bodyPr>
          <a:lstStyle/>
          <a:p>
            <a:pPr marL="0" marR="0" lvl="0" indent="0" algn="ctr">
              <a:lnSpc>
                <a:spcPct val="100000"/>
              </a:lnSpc>
              <a:spcBef>
                <a:spcPts val="0"/>
              </a:spcBef>
              <a:spcAft>
                <a:spcPts val="0"/>
              </a:spcAft>
              <a:buClr>
                <a:schemeClr val="dk1"/>
              </a:buClr>
              <a:buSzPts val="5200"/>
              <a:buNone/>
              <a:defRPr/>
            </a:pPr>
            <a:r>
              <a:rPr lang="fr" sz="5200" b="0" i="0" u="none" strike="noStrike" cap="none" spc="0">
                <a:solidFill>
                  <a:schemeClr val="dk1"/>
                </a:solidFill>
                <a:latin typeface="Arial"/>
                <a:ea typeface="Arial"/>
                <a:cs typeface="Arial"/>
              </a:rPr>
              <a:t>Concevez et analysez une base de données NoSQL</a:t>
            </a:r>
            <a:endParaRPr/>
          </a:p>
        </p:txBody>
      </p:sp>
      <p:sp>
        <p:nvSpPr>
          <p:cNvPr id="1803217776" name=""/>
          <p:cNvSpPr txBox="1"/>
          <p:nvPr/>
        </p:nvSpPr>
        <p:spPr bwMode="auto">
          <a:xfrm flipH="0" flipV="0">
            <a:off x="137619" y="4732261"/>
            <a:ext cx="606201" cy="305159"/>
          </a:xfrm>
          <a:prstGeom prst="rect">
            <a:avLst/>
          </a:prstGeom>
          <a:noFill/>
        </p:spPr>
        <p:txBody>
          <a:bodyPr vertOverflow="overflow" horzOverflow="overflow" vert="horz" wrap="square" lIns="91440" tIns="45720" rIns="91440" bIns="45720" numCol="1" spcCol="0" rtlCol="0" fromWordArt="0" anchor="t" anchorCtr="0" forceAA="0" upright="0" compatLnSpc="0">
            <a:spAutoFit/>
          </a:bodyPr>
          <a:p>
            <a:pPr>
              <a:defRPr/>
            </a:pPr>
            <a:r>
              <a:rPr/>
              <a:t>1/24</a:t>
            </a:r>
            <a:endParaRPr/>
          </a:p>
        </p:txBody>
      </p:sp>
      <p:sp>
        <p:nvSpPr>
          <p:cNvPr id="320547347" name="Google Shape;55;p13"/>
          <p:cNvSpPr txBox="1"/>
          <p:nvPr>
            <p:ph type="subTitle" idx="1"/>
          </p:nvPr>
        </p:nvSpPr>
        <p:spPr bwMode="auto">
          <a:xfrm flipH="0" flipV="0">
            <a:off x="3394557" y="4732261"/>
            <a:ext cx="7054252" cy="396299"/>
          </a:xfrm>
          <a:prstGeom prst="rect">
            <a:avLst/>
          </a:prstGeom>
        </p:spPr>
        <p:txBody>
          <a:bodyPr spcFirstLastPara="1" vertOverflow="overflow" horzOverflow="overflow" vert="horz" wrap="square" lIns="91424" tIns="91424" rIns="91424" bIns="91424" numCol="1" spcCol="0" rtlCol="0" fromWordArt="0" anchor="t" anchorCtr="0" forceAA="0" upright="0" compatLnSpc="0">
            <a:normAutofit/>
          </a:bodyPr>
          <a:lstStyle/>
          <a:p>
            <a:pPr marL="0" marR="0" indent="0" algn="ctr">
              <a:lnSpc>
                <a:spcPct val="100000"/>
              </a:lnSpc>
              <a:spcBef>
                <a:spcPts val="0"/>
              </a:spcBef>
              <a:spcAft>
                <a:spcPts val="0"/>
              </a:spcAft>
              <a:buClr>
                <a:schemeClr val="dk1"/>
              </a:buClr>
              <a:buSzPts val="5200"/>
              <a:buNone/>
              <a:defRPr/>
            </a:pPr>
            <a:r>
              <a:rPr lang="fr" sz="1400" b="0" i="0" u="none" strike="noStrike" cap="none" spc="0">
                <a:solidFill>
                  <a:schemeClr val="dk1"/>
                </a:solidFill>
                <a:latin typeface="Arial"/>
                <a:ea typeface="Arial"/>
                <a:cs typeface="Arial"/>
              </a:rPr>
              <a:t>NICOLAS PETIT | 15/05/2025 | OPENCLASSROOM</a:t>
            </a:r>
            <a:r>
              <a:rPr lang="fr" sz="1400" b="0" i="0" u="none" strike="noStrike" cap="none" spc="0">
                <a:solidFill>
                  <a:schemeClr val="dk1"/>
                </a:solidFill>
                <a:latin typeface="Arial"/>
                <a:ea typeface="Arial"/>
                <a:cs typeface="Arial"/>
              </a:rPr>
              <a:t>S</a:t>
            </a:r>
            <a:endParaRPr sz="1400"/>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2.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60" name="Google Shape;60;p14"/>
          <p:cNvSpPr txBox="1"/>
          <p:nvPr>
            <p:ph type="title"/>
          </p:nvPr>
        </p:nvSpPr>
        <p:spPr bwMode="auto">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a:spcBef>
                <a:spcPts val="0"/>
              </a:spcBef>
              <a:spcAft>
                <a:spcPts val="0"/>
              </a:spcAft>
              <a:buNone/>
              <a:defRPr/>
            </a:pPr>
            <a:r>
              <a:rPr lang="fr"/>
              <a:t>Contexte du projet et importation des données</a:t>
            </a:r>
            <a:endParaRPr/>
          </a:p>
        </p:txBody>
      </p:sp>
      <p:sp>
        <p:nvSpPr>
          <p:cNvPr id="61" name="Google Shape;61;p14"/>
          <p:cNvSpPr txBox="1"/>
          <p:nvPr>
            <p:ph type="body" idx="1"/>
          </p:nvPr>
        </p:nvSpPr>
        <p:spPr bwMode="auto">
          <a:xfrm>
            <a:off x="311700" y="1152475"/>
            <a:ext cx="8520600" cy="3416400"/>
          </a:xfrm>
          <a:prstGeom prst="rect">
            <a:avLst/>
          </a:prstGeom>
        </p:spPr>
        <p:txBody>
          <a:bodyPr spcFirstLastPara="1" vertOverflow="overflow" horzOverflow="overflow" vert="horz" wrap="square" lIns="91423" tIns="91423" rIns="91423" bIns="91423" numCol="1" spcCol="0" rtlCol="0" fromWordArt="0" anchor="t" anchorCtr="0" forceAA="0" upright="0" compatLnSpc="0">
            <a:normAutofit fontScale="90000" lnSpcReduction="2000"/>
          </a:bodyPr>
          <a:lstStyle/>
          <a:p>
            <a:pPr marL="0" lvl="0" indent="0" algn="l">
              <a:spcBef>
                <a:spcPts val="0"/>
              </a:spcBef>
              <a:spcAft>
                <a:spcPts val="1200"/>
              </a:spcAft>
              <a:buNone/>
              <a:defRPr/>
            </a:pPr>
            <a:r>
              <a:rPr lang="fr"/>
              <a:t>Ce projet a pour but de surveiller les plateformes de location de courte durée pour mesurer l’impact sur les villes, ici Paris et Lyon. Malheureusement, lors de la première semaine, il y a eu un crash de la base de données.</a:t>
            </a:r>
            <a:endParaRPr lang="fr"/>
          </a:p>
          <a:p>
            <a:pPr marL="0" lvl="0" indent="0" algn="l">
              <a:spcBef>
                <a:spcPts val="0"/>
              </a:spcBef>
              <a:spcAft>
                <a:spcPts val="1199"/>
              </a:spcAft>
              <a:buNone/>
              <a:defRPr/>
            </a:pPr>
            <a:r>
              <a:rPr lang="fr"/>
              <a:t>Grâce à une sauvegarde, nous avons pu réintégrer cette base de données afin d’en tirer les analyses voulues initialement.</a:t>
            </a:r>
            <a:endParaRPr lang="fr"/>
          </a:p>
          <a:p>
            <a:pPr marL="0" lvl="0" indent="0" algn="l">
              <a:spcBef>
                <a:spcPts val="0"/>
              </a:spcBef>
              <a:spcAft>
                <a:spcPts val="1199"/>
              </a:spcAft>
              <a:buNone/>
              <a:defRPr/>
            </a:pPr>
            <a:r>
              <a:rPr lang="fr"/>
              <a:t>Ce projet s’est donc déroulé en 3 étapes :</a:t>
            </a:r>
            <a:endParaRPr lang="fr"/>
          </a:p>
          <a:p>
            <a:pPr lvl="0" algn="l">
              <a:spcBef>
                <a:spcPts val="0"/>
              </a:spcBef>
              <a:spcAft>
                <a:spcPts val="1199"/>
              </a:spcAft>
              <a:buClr>
                <a:schemeClr val="dk2"/>
              </a:buClr>
              <a:buSzPts val="1800"/>
              <a:buFont typeface="Arial"/>
              <a:buChar char="–"/>
              <a:defRPr/>
            </a:pPr>
            <a:r>
              <a:rPr lang="fr"/>
              <a:t>La restauration des données </a:t>
            </a:r>
            <a:endParaRPr lang="fr"/>
          </a:p>
          <a:p>
            <a:pPr lvl="0" algn="l">
              <a:spcBef>
                <a:spcPts val="0"/>
              </a:spcBef>
              <a:spcAft>
                <a:spcPts val="1199"/>
              </a:spcAft>
              <a:buClr>
                <a:schemeClr val="dk2"/>
              </a:buClr>
              <a:buSzPts val="1800"/>
              <a:buFont typeface="Arial"/>
              <a:buChar char="–"/>
              <a:defRPr/>
            </a:pPr>
            <a:r>
              <a:rPr lang="fr"/>
              <a:t>L’analyse de l’intégrité des données</a:t>
            </a:r>
            <a:endParaRPr lang="fr"/>
          </a:p>
          <a:p>
            <a:pPr lvl="0" algn="l">
              <a:spcBef>
                <a:spcPts val="0"/>
              </a:spcBef>
              <a:spcAft>
                <a:spcPts val="1199"/>
              </a:spcAft>
              <a:buClr>
                <a:schemeClr val="dk2"/>
              </a:buClr>
              <a:buSzPts val="1800"/>
              <a:buFont typeface="Arial"/>
              <a:buChar char="–"/>
              <a:defRPr/>
            </a:pPr>
            <a:r>
              <a:rPr lang="fr"/>
              <a:t>La pérennisation de la base</a:t>
            </a:r>
            <a:endParaRPr lang="fr"/>
          </a:p>
        </p:txBody>
      </p:sp>
      <p:sp>
        <p:nvSpPr>
          <p:cNvPr id="1395878578" name=""/>
          <p:cNvSpPr txBox="1"/>
          <p:nvPr/>
        </p:nvSpPr>
        <p:spPr bwMode="auto">
          <a:xfrm flipH="0" flipV="0">
            <a:off x="137619" y="4732260"/>
            <a:ext cx="607280" cy="305159"/>
          </a:xfrm>
          <a:prstGeom prst="rect">
            <a:avLst/>
          </a:prstGeom>
          <a:noFill/>
        </p:spPr>
        <p:txBody>
          <a:bodyPr vertOverflow="overflow" horzOverflow="overflow" vert="horz" wrap="square" lIns="91440" tIns="45720" rIns="91440" bIns="45720" numCol="1" spcCol="0" rtlCol="0" fromWordArt="0" anchor="t" anchorCtr="0" forceAA="0" upright="0" compatLnSpc="0">
            <a:spAutoFit/>
          </a:bodyPr>
          <a:p>
            <a:pPr>
              <a:defRPr/>
            </a:pPr>
            <a:r>
              <a:rPr/>
              <a:t>2/24</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3.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754235822" name="Google Shape;60;p14"/>
          <p:cNvSpPr txBox="1"/>
          <p:nvPr>
            <p:ph type="title"/>
          </p:nvPr>
        </p:nvSpPr>
        <p:spPr bwMode="auto">
          <a:xfrm>
            <a:off x="311699" y="445024"/>
            <a:ext cx="8520599" cy="572699"/>
          </a:xfrm>
          <a:prstGeom prst="rect">
            <a:avLst/>
          </a:prstGeom>
        </p:spPr>
        <p:txBody>
          <a:bodyPr spcFirstLastPara="1" wrap="square" lIns="91423" tIns="91423" rIns="91423" bIns="91423" anchor="t" anchorCtr="0">
            <a:normAutofit fontScale="90000"/>
          </a:bodyPr>
          <a:lstStyle/>
          <a:p>
            <a:pPr marL="0" lvl="0" indent="0" algn="l">
              <a:spcBef>
                <a:spcPts val="0"/>
              </a:spcBef>
              <a:spcAft>
                <a:spcPts val="0"/>
              </a:spcAft>
              <a:buNone/>
              <a:defRPr/>
            </a:pPr>
            <a:r>
              <a:rPr lang="fr"/>
              <a:t>Contexte du projet et importation des données</a:t>
            </a:r>
            <a:endParaRPr/>
          </a:p>
        </p:txBody>
      </p:sp>
      <p:sp>
        <p:nvSpPr>
          <p:cNvPr id="2102676961" name="Google Shape;18;p4"/>
          <p:cNvSpPr txBox="1"/>
          <p:nvPr>
            <p:ph type="body" idx="1"/>
          </p:nvPr>
        </p:nvSpPr>
        <p:spPr bwMode="auto">
          <a:xfrm>
            <a:off x="311699" y="1152473"/>
            <a:ext cx="8520599" cy="3416400"/>
          </a:xfrm>
          <a:prstGeom prst="rect">
            <a:avLst/>
          </a:prstGeom>
        </p:spPr>
        <p:txBody>
          <a:bodyPr spcFirstLastPara="1" wrap="square" lIns="91423" tIns="91423" rIns="91423" bIns="91423" anchor="t" anchorCtr="0">
            <a:normAutofit/>
          </a:bodyPr>
          <a:lstStyle>
            <a:lvl1pPr marL="457200" lvl="0" indent="-342900">
              <a:spcBef>
                <a:spcPts val="0"/>
              </a:spcBef>
              <a:spcAft>
                <a:spcPts val="0"/>
              </a:spcAft>
              <a:buSzPts val="1800"/>
              <a:buChar char="●"/>
              <a:defRPr/>
            </a:lvl1pPr>
            <a:lvl2pPr marL="914400" lvl="1" indent="-317499">
              <a:spcBef>
                <a:spcPts val="0"/>
              </a:spcBef>
              <a:spcAft>
                <a:spcPts val="0"/>
              </a:spcAft>
              <a:buSzPts val="1400"/>
              <a:buChar char="○"/>
              <a:defRPr/>
            </a:lvl2pPr>
            <a:lvl3pPr marL="1371600" lvl="2" indent="-317499">
              <a:spcBef>
                <a:spcPts val="0"/>
              </a:spcBef>
              <a:spcAft>
                <a:spcPts val="0"/>
              </a:spcAft>
              <a:buSzPts val="1400"/>
              <a:buChar char="■"/>
              <a:defRPr/>
            </a:lvl3pPr>
            <a:lvl4pPr marL="1828800" lvl="3" indent="-317499">
              <a:spcBef>
                <a:spcPts val="0"/>
              </a:spcBef>
              <a:spcAft>
                <a:spcPts val="0"/>
              </a:spcAft>
              <a:buSzPts val="1400"/>
              <a:buChar char="●"/>
              <a:defRPr/>
            </a:lvl4pPr>
            <a:lvl5pPr marL="2286000" lvl="4" indent="-317499">
              <a:spcBef>
                <a:spcPts val="0"/>
              </a:spcBef>
              <a:spcAft>
                <a:spcPts val="0"/>
              </a:spcAft>
              <a:buSzPts val="1400"/>
              <a:buChar char="○"/>
              <a:defRPr/>
            </a:lvl5pPr>
            <a:lvl6pPr marL="2743200" lvl="5" indent="-317499">
              <a:spcBef>
                <a:spcPts val="0"/>
              </a:spcBef>
              <a:spcAft>
                <a:spcPts val="0"/>
              </a:spcAft>
              <a:buSzPts val="1400"/>
              <a:buChar char="■"/>
              <a:defRPr/>
            </a:lvl6pPr>
            <a:lvl7pPr marL="3200400" lvl="6" indent="-317499">
              <a:spcBef>
                <a:spcPts val="0"/>
              </a:spcBef>
              <a:spcAft>
                <a:spcPts val="0"/>
              </a:spcAft>
              <a:buSzPts val="1400"/>
              <a:buChar char="●"/>
              <a:defRPr/>
            </a:lvl7pPr>
            <a:lvl8pPr marL="3657600" lvl="7" indent="-317499">
              <a:spcBef>
                <a:spcPts val="0"/>
              </a:spcBef>
              <a:spcAft>
                <a:spcPts val="0"/>
              </a:spcAft>
              <a:buSzPts val="1400"/>
              <a:buChar char="○"/>
              <a:defRPr/>
            </a:lvl8pPr>
            <a:lvl9pPr marL="4114800" lvl="8" indent="-317499">
              <a:spcBef>
                <a:spcPts val="0"/>
              </a:spcBef>
              <a:spcAft>
                <a:spcPts val="0"/>
              </a:spcAft>
              <a:buSzPts val="1400"/>
              <a:buChar char="■"/>
              <a:defRPr/>
            </a:lvl9pPr>
          </a:lstStyle>
          <a:p>
            <a:pPr marL="114299" indent="0">
              <a:buClr>
                <a:schemeClr val="dk2"/>
              </a:buClr>
              <a:buSzPts val="1800"/>
              <a:buNone/>
              <a:defRPr/>
            </a:pPr>
            <a:r>
              <a:rPr/>
              <a:t>Import de la base de Paris :</a:t>
            </a:r>
            <a:endParaRPr/>
          </a:p>
        </p:txBody>
      </p:sp>
      <p:pic>
        <p:nvPicPr>
          <p:cNvPr id="1814803783" name=""/>
          <p:cNvPicPr>
            <a:picLocks noChangeAspect="1"/>
          </p:cNvPicPr>
          <p:nvPr/>
        </p:nvPicPr>
        <p:blipFill>
          <a:blip r:embed="rId3"/>
          <a:stretch/>
        </p:blipFill>
        <p:spPr bwMode="auto">
          <a:xfrm>
            <a:off x="0" y="1876273"/>
            <a:ext cx="9144000" cy="2551813"/>
          </a:xfrm>
          <a:prstGeom prst="rect">
            <a:avLst/>
          </a:prstGeom>
        </p:spPr>
      </p:pic>
      <p:sp>
        <p:nvSpPr>
          <p:cNvPr id="689024351" name=""/>
          <p:cNvSpPr txBox="1"/>
          <p:nvPr/>
        </p:nvSpPr>
        <p:spPr bwMode="auto">
          <a:xfrm flipH="0" flipV="0">
            <a:off x="137619" y="4732260"/>
            <a:ext cx="607280" cy="305159"/>
          </a:xfrm>
          <a:prstGeom prst="rect">
            <a:avLst/>
          </a:prstGeom>
          <a:noFill/>
        </p:spPr>
        <p:txBody>
          <a:bodyPr vertOverflow="overflow" horzOverflow="overflow" vert="horz" wrap="square" lIns="91440" tIns="45720" rIns="91440" bIns="45720" numCol="1" spcCol="0" rtlCol="0" fromWordArt="0" anchor="t" anchorCtr="0" forceAA="0" upright="0" compatLnSpc="0">
            <a:spAutoFit/>
          </a:bodyPr>
          <a:p>
            <a:pPr>
              <a:defRPr/>
            </a:pPr>
            <a:r>
              <a:rPr/>
              <a:t>3/24</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4.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396033613" name="Google Shape;60;p14"/>
          <p:cNvSpPr txBox="1"/>
          <p:nvPr>
            <p:ph type="title"/>
          </p:nvPr>
        </p:nvSpPr>
        <p:spPr bwMode="auto">
          <a:xfrm>
            <a:off x="311699" y="445024"/>
            <a:ext cx="8520599" cy="572699"/>
          </a:xfrm>
          <a:prstGeom prst="rect">
            <a:avLst/>
          </a:prstGeom>
        </p:spPr>
        <p:txBody>
          <a:bodyPr spcFirstLastPara="1" wrap="square" lIns="91423" tIns="91423" rIns="91423" bIns="91423" anchor="t" anchorCtr="0">
            <a:normAutofit fontScale="90000"/>
          </a:bodyPr>
          <a:lstStyle/>
          <a:p>
            <a:pPr marL="0" lvl="0" indent="0" algn="l">
              <a:spcBef>
                <a:spcPts val="0"/>
              </a:spcBef>
              <a:spcAft>
                <a:spcPts val="0"/>
              </a:spcAft>
              <a:buNone/>
              <a:defRPr/>
            </a:pPr>
            <a:r>
              <a:rPr lang="fr"/>
              <a:t>Contexte du projet et importation des données</a:t>
            </a:r>
            <a:endParaRPr/>
          </a:p>
        </p:txBody>
      </p:sp>
      <p:sp>
        <p:nvSpPr>
          <p:cNvPr id="1870259864" name="Google Shape;18;p4"/>
          <p:cNvSpPr txBox="1"/>
          <p:nvPr>
            <p:ph type="body" idx="1"/>
          </p:nvPr>
        </p:nvSpPr>
        <p:spPr bwMode="auto">
          <a:xfrm>
            <a:off x="311699" y="1152473"/>
            <a:ext cx="8520599" cy="3416400"/>
          </a:xfrm>
          <a:prstGeom prst="rect">
            <a:avLst/>
          </a:prstGeom>
        </p:spPr>
        <p:txBody>
          <a:bodyPr spcFirstLastPara="1" wrap="square" lIns="91423" tIns="91423" rIns="91423" bIns="91423" anchor="t" anchorCtr="0">
            <a:normAutofit/>
          </a:bodyPr>
          <a:lstStyle>
            <a:lvl1pPr marL="457200" lvl="0" indent="-342900">
              <a:spcBef>
                <a:spcPts val="0"/>
              </a:spcBef>
              <a:spcAft>
                <a:spcPts val="0"/>
              </a:spcAft>
              <a:buSzPts val="1800"/>
              <a:buChar char="●"/>
              <a:defRPr/>
            </a:lvl1pPr>
            <a:lvl2pPr marL="914400" lvl="1" indent="-317499">
              <a:spcBef>
                <a:spcPts val="0"/>
              </a:spcBef>
              <a:spcAft>
                <a:spcPts val="0"/>
              </a:spcAft>
              <a:buSzPts val="1400"/>
              <a:buChar char="○"/>
              <a:defRPr/>
            </a:lvl2pPr>
            <a:lvl3pPr marL="1371600" lvl="2" indent="-317499">
              <a:spcBef>
                <a:spcPts val="0"/>
              </a:spcBef>
              <a:spcAft>
                <a:spcPts val="0"/>
              </a:spcAft>
              <a:buSzPts val="1400"/>
              <a:buChar char="■"/>
              <a:defRPr/>
            </a:lvl3pPr>
            <a:lvl4pPr marL="1828800" lvl="3" indent="-317499">
              <a:spcBef>
                <a:spcPts val="0"/>
              </a:spcBef>
              <a:spcAft>
                <a:spcPts val="0"/>
              </a:spcAft>
              <a:buSzPts val="1400"/>
              <a:buChar char="●"/>
              <a:defRPr/>
            </a:lvl4pPr>
            <a:lvl5pPr marL="2286000" lvl="4" indent="-317499">
              <a:spcBef>
                <a:spcPts val="0"/>
              </a:spcBef>
              <a:spcAft>
                <a:spcPts val="0"/>
              </a:spcAft>
              <a:buSzPts val="1400"/>
              <a:buChar char="○"/>
              <a:defRPr/>
            </a:lvl5pPr>
            <a:lvl6pPr marL="2743200" lvl="5" indent="-317499">
              <a:spcBef>
                <a:spcPts val="0"/>
              </a:spcBef>
              <a:spcAft>
                <a:spcPts val="0"/>
              </a:spcAft>
              <a:buSzPts val="1400"/>
              <a:buChar char="■"/>
              <a:defRPr/>
            </a:lvl6pPr>
            <a:lvl7pPr marL="3200400" lvl="6" indent="-317499">
              <a:spcBef>
                <a:spcPts val="0"/>
              </a:spcBef>
              <a:spcAft>
                <a:spcPts val="0"/>
              </a:spcAft>
              <a:buSzPts val="1400"/>
              <a:buChar char="●"/>
              <a:defRPr/>
            </a:lvl7pPr>
            <a:lvl8pPr marL="3657600" lvl="7" indent="-317499">
              <a:spcBef>
                <a:spcPts val="0"/>
              </a:spcBef>
              <a:spcAft>
                <a:spcPts val="0"/>
              </a:spcAft>
              <a:buSzPts val="1400"/>
              <a:buChar char="○"/>
              <a:defRPr/>
            </a:lvl8pPr>
            <a:lvl9pPr marL="4114800" lvl="8" indent="-317499">
              <a:spcBef>
                <a:spcPts val="0"/>
              </a:spcBef>
              <a:spcAft>
                <a:spcPts val="0"/>
              </a:spcAft>
              <a:buSzPts val="1400"/>
              <a:buChar char="■"/>
              <a:defRPr/>
            </a:lvl9pPr>
          </a:lstStyle>
          <a:p>
            <a:pPr marL="114299" indent="0">
              <a:buClr>
                <a:schemeClr val="dk2"/>
              </a:buClr>
              <a:buSzPts val="1800"/>
              <a:buNone/>
              <a:defRPr/>
            </a:pPr>
            <a:r>
              <a:rPr/>
              <a:t>Import de la base de Lyon :</a:t>
            </a:r>
            <a:endParaRPr/>
          </a:p>
        </p:txBody>
      </p:sp>
      <p:pic>
        <p:nvPicPr>
          <p:cNvPr id="2073103034" name=""/>
          <p:cNvPicPr>
            <a:picLocks noChangeAspect="1"/>
          </p:cNvPicPr>
          <p:nvPr/>
        </p:nvPicPr>
        <p:blipFill>
          <a:blip r:embed="rId3"/>
          <a:stretch/>
        </p:blipFill>
        <p:spPr bwMode="auto">
          <a:xfrm>
            <a:off x="0" y="1876273"/>
            <a:ext cx="9144000" cy="2551813"/>
          </a:xfrm>
          <a:prstGeom prst="rect">
            <a:avLst/>
          </a:prstGeom>
        </p:spPr>
      </p:pic>
      <p:sp>
        <p:nvSpPr>
          <p:cNvPr id="152798389" name=""/>
          <p:cNvSpPr txBox="1"/>
          <p:nvPr/>
        </p:nvSpPr>
        <p:spPr bwMode="auto">
          <a:xfrm flipH="0" flipV="0">
            <a:off x="137619" y="4732260"/>
            <a:ext cx="607280" cy="305159"/>
          </a:xfrm>
          <a:prstGeom prst="rect">
            <a:avLst/>
          </a:prstGeom>
          <a:noFill/>
        </p:spPr>
        <p:txBody>
          <a:bodyPr vertOverflow="overflow" horzOverflow="overflow" vert="horz" wrap="square" lIns="91440" tIns="45720" rIns="91440" bIns="45720" numCol="1" spcCol="0" rtlCol="0" fromWordArt="0" anchor="t" anchorCtr="0" forceAA="0" upright="0" compatLnSpc="0">
            <a:spAutoFit/>
          </a:bodyPr>
          <a:p>
            <a:pPr>
              <a:defRPr/>
            </a:pPr>
            <a:r>
              <a:rPr/>
              <a:t>4/24</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5.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66" name="Google Shape;66;p15"/>
          <p:cNvSpPr txBox="1"/>
          <p:nvPr>
            <p:ph type="title"/>
          </p:nvPr>
        </p:nvSpPr>
        <p:spPr bwMode="auto">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a:spcBef>
                <a:spcPts val="0"/>
              </a:spcBef>
              <a:spcAft>
                <a:spcPts val="0"/>
              </a:spcAft>
              <a:buNone/>
              <a:defRPr/>
            </a:pPr>
            <a:r>
              <a:rPr lang="fr"/>
              <a:t>Partie 1 </a:t>
            </a:r>
            <a:endParaRPr/>
          </a:p>
        </p:txBody>
      </p:sp>
      <p:sp>
        <p:nvSpPr>
          <p:cNvPr id="67" name="Google Shape;67;p15"/>
          <p:cNvSpPr txBox="1"/>
          <p:nvPr>
            <p:ph type="body" idx="1"/>
          </p:nvPr>
        </p:nvSpPr>
        <p:spPr bwMode="auto">
          <a:xfrm>
            <a:off x="311700" y="1152475"/>
            <a:ext cx="8520600" cy="3416400"/>
          </a:xfrm>
          <a:prstGeom prst="rect">
            <a:avLst/>
          </a:prstGeom>
        </p:spPr>
        <p:txBody>
          <a:bodyPr spcFirstLastPara="1" wrap="square" lIns="91425" tIns="91425" rIns="91425" bIns="91425" anchor="t" anchorCtr="0">
            <a:normAutofit/>
          </a:bodyPr>
          <a:lstStyle/>
          <a:p>
            <a:pPr marL="1371600" marR="152400" lvl="2" indent="-304800" algn="l">
              <a:spcBef>
                <a:spcPts val="0"/>
              </a:spcBef>
              <a:spcAft>
                <a:spcPts val="0"/>
              </a:spcAft>
              <a:buClr>
                <a:srgbClr val="271A38"/>
              </a:buClr>
              <a:buSzPts val="1200"/>
              <a:buFont typeface="Inter"/>
              <a:buChar char="■"/>
              <a:defRPr/>
            </a:pPr>
            <a:r>
              <a:rPr lang="fr" sz="1200">
                <a:solidFill>
                  <a:srgbClr val="271A38"/>
                </a:solidFill>
                <a:latin typeface="Inter"/>
                <a:ea typeface="Inter"/>
                <a:cs typeface="Inter"/>
              </a:rPr>
              <a:t>la description d’un document avec le type des données ; (Premier élément de la base sur mongodb compass)</a:t>
            </a:r>
            <a:endParaRPr sz="1200">
              <a:solidFill>
                <a:srgbClr val="271A38"/>
              </a:solidFill>
              <a:latin typeface="Inter"/>
              <a:ea typeface="Inter"/>
              <a:cs typeface="Inter"/>
            </a:endParaRPr>
          </a:p>
        </p:txBody>
      </p:sp>
      <p:pic>
        <p:nvPicPr>
          <p:cNvPr id="358170117" name=""/>
          <p:cNvPicPr>
            <a:picLocks noChangeAspect="1"/>
          </p:cNvPicPr>
          <p:nvPr/>
        </p:nvPicPr>
        <p:blipFill>
          <a:blip r:embed="rId3"/>
          <a:srcRect l="0" t="0" r="0" b="19244"/>
          <a:stretch/>
        </p:blipFill>
        <p:spPr bwMode="auto">
          <a:xfrm flipH="0" flipV="0">
            <a:off x="405928" y="1659485"/>
            <a:ext cx="7911095" cy="3450751"/>
          </a:xfrm>
          <a:prstGeom prst="rect">
            <a:avLst/>
          </a:prstGeom>
        </p:spPr>
      </p:pic>
      <p:sp>
        <p:nvSpPr>
          <p:cNvPr id="1240314147" name=""/>
          <p:cNvSpPr txBox="1"/>
          <p:nvPr/>
        </p:nvSpPr>
        <p:spPr bwMode="auto">
          <a:xfrm flipH="0" flipV="0">
            <a:off x="137619" y="4732260"/>
            <a:ext cx="607280" cy="305159"/>
          </a:xfrm>
          <a:prstGeom prst="rect">
            <a:avLst/>
          </a:prstGeom>
          <a:noFill/>
        </p:spPr>
        <p:txBody>
          <a:bodyPr vertOverflow="overflow" horzOverflow="overflow" vert="horz" wrap="square" lIns="91440" tIns="45720" rIns="91440" bIns="45720" numCol="1" spcCol="0" rtlCol="0" fromWordArt="0" anchor="t" anchorCtr="0" forceAA="0" upright="0" compatLnSpc="0">
            <a:spAutoFit/>
          </a:bodyPr>
          <a:p>
            <a:pPr>
              <a:defRPr/>
            </a:pPr>
            <a:r>
              <a:rPr/>
              <a:t>5/24</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6.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238341858" name="Google Shape;66;p15"/>
          <p:cNvSpPr txBox="1"/>
          <p:nvPr>
            <p:ph type="title"/>
          </p:nvPr>
        </p:nvSpPr>
        <p:spPr bwMode="auto">
          <a:xfrm>
            <a:off x="311699" y="445024"/>
            <a:ext cx="8520599" cy="572699"/>
          </a:xfrm>
          <a:prstGeom prst="rect">
            <a:avLst/>
          </a:prstGeom>
        </p:spPr>
        <p:txBody>
          <a:bodyPr spcFirstLastPara="1" wrap="square" lIns="91423" tIns="91423" rIns="91423" bIns="91423" anchor="t" anchorCtr="0">
            <a:normAutofit fontScale="90000"/>
          </a:bodyPr>
          <a:lstStyle/>
          <a:p>
            <a:pPr marL="0" lvl="0" indent="0" algn="l">
              <a:spcBef>
                <a:spcPts val="0"/>
              </a:spcBef>
              <a:spcAft>
                <a:spcPts val="0"/>
              </a:spcAft>
              <a:buNone/>
              <a:defRPr/>
            </a:pPr>
            <a:r>
              <a:rPr lang="fr"/>
              <a:t>Partie 1 </a:t>
            </a:r>
            <a:endParaRPr/>
          </a:p>
        </p:txBody>
      </p:sp>
      <p:sp>
        <p:nvSpPr>
          <p:cNvPr id="667366394" name="Google Shape;67;p15"/>
          <p:cNvSpPr txBox="1"/>
          <p:nvPr>
            <p:ph type="body" idx="1"/>
          </p:nvPr>
        </p:nvSpPr>
        <p:spPr bwMode="auto">
          <a:xfrm flipH="0" flipV="0">
            <a:off x="311698" y="1152473"/>
            <a:ext cx="8520598" cy="389668"/>
          </a:xfrm>
          <a:prstGeom prst="rect">
            <a:avLst/>
          </a:prstGeom>
        </p:spPr>
        <p:txBody>
          <a:bodyPr spcFirstLastPara="1" vertOverflow="overflow" horzOverflow="overflow" vert="horz" wrap="square" lIns="91423" tIns="91423" rIns="91423" bIns="91423" numCol="1" spcCol="0" rtlCol="0" fromWordArt="0" anchor="t" anchorCtr="0" forceAA="0" upright="0" compatLnSpc="0">
            <a:normAutofit/>
          </a:bodyPr>
          <a:lstStyle/>
          <a:p>
            <a:pPr marL="1371600" marR="152399" lvl="2" indent="-304799" algn="l">
              <a:spcBef>
                <a:spcPts val="0"/>
              </a:spcBef>
              <a:spcAft>
                <a:spcPts val="0"/>
              </a:spcAft>
              <a:buClr>
                <a:srgbClr val="271A38"/>
              </a:buClr>
              <a:buSzPts val="1200"/>
              <a:buFont typeface="Inter"/>
              <a:buChar char="■"/>
              <a:defRPr/>
            </a:pPr>
            <a:r>
              <a:rPr lang="fr" sz="1200">
                <a:solidFill>
                  <a:srgbClr val="271A38"/>
                </a:solidFill>
                <a:latin typeface="Inter"/>
                <a:ea typeface="Inter"/>
                <a:cs typeface="Inter"/>
              </a:rPr>
              <a:t>les avantages du NoSQL dans ce contexte de données ;</a:t>
            </a:r>
            <a:endParaRPr lang="fr" sz="1200">
              <a:solidFill>
                <a:srgbClr val="271A38"/>
              </a:solidFill>
              <a:latin typeface="Inter"/>
              <a:ea typeface="Inter"/>
              <a:cs typeface="Inter"/>
            </a:endParaRPr>
          </a:p>
        </p:txBody>
      </p:sp>
      <p:sp>
        <p:nvSpPr>
          <p:cNvPr id="185858022" name=""/>
          <p:cNvSpPr txBox="1"/>
          <p:nvPr/>
        </p:nvSpPr>
        <p:spPr bwMode="auto">
          <a:xfrm flipH="0" flipV="0">
            <a:off x="666785" y="1617737"/>
            <a:ext cx="8441493" cy="2652120"/>
          </a:xfrm>
          <a:prstGeom prst="rect">
            <a:avLst/>
          </a:prstGeom>
          <a:noFill/>
        </p:spPr>
        <p:txBody>
          <a:bodyPr vertOverflow="overflow" horzOverflow="overflow" vert="horz" wrap="square" lIns="91440" tIns="45720" rIns="91440" bIns="45720" numCol="1" spcCol="0" rtlCol="0" fromWordArt="0" anchor="t" anchorCtr="0" forceAA="0" upright="0" compatLnSpc="0">
            <a:spAutoFit/>
          </a:bodyPr>
          <a:p>
            <a:pPr>
              <a:defRPr/>
            </a:pPr>
            <a:r>
              <a:rPr/>
              <a:t>Dans ce projet, le nosql a plusieurs avantages.</a:t>
            </a:r>
            <a:endParaRPr/>
          </a:p>
          <a:p>
            <a:pPr>
              <a:defRPr/>
            </a:pPr>
            <a:endParaRPr/>
          </a:p>
          <a:p>
            <a:pPr>
              <a:defRPr/>
            </a:pPr>
            <a:r>
              <a:rPr/>
              <a:t>Le premier est que comme il s’agit d’une sauvegarde de base de données, quelques données peuvent être corrompues, et le fait qu’il n’y ait pas de restrictions via schéma, permet de réintégrer plus facilement les données que dans un cadre relationnel.</a:t>
            </a:r>
            <a:endParaRPr/>
          </a:p>
          <a:p>
            <a:pPr>
              <a:defRPr/>
            </a:pPr>
            <a:endParaRPr/>
          </a:p>
          <a:p>
            <a:pPr>
              <a:defRPr/>
            </a:pPr>
            <a:r>
              <a:rPr/>
              <a:t>Ensuite, pour vérifier la donnée, c’est également pertinent de choisir ce format. En effet, il permet, avec des requêtes ciblées (ex: find), de chercher rapidement les données recherchées.</a:t>
            </a:r>
            <a:endParaRPr/>
          </a:p>
          <a:p>
            <a:pPr>
              <a:defRPr/>
            </a:pPr>
            <a:endParaRPr/>
          </a:p>
          <a:p>
            <a:pPr>
              <a:defRPr/>
            </a:pPr>
            <a:r>
              <a:rPr/>
              <a:t>De plus, le nosql permet aussi de faire de la business intelligence et de réaliser des tableaux de bords, permettant de mieux comprendre les données sous forme de graphiques. Ce point positif groupé avec les précédents montrent la pertinence du nosql dans ce projet.</a:t>
            </a:r>
            <a:endParaRPr/>
          </a:p>
        </p:txBody>
      </p:sp>
      <p:sp>
        <p:nvSpPr>
          <p:cNvPr id="1348365549" name=""/>
          <p:cNvSpPr txBox="1"/>
          <p:nvPr/>
        </p:nvSpPr>
        <p:spPr bwMode="auto">
          <a:xfrm flipH="0" flipV="0">
            <a:off x="137619" y="4732260"/>
            <a:ext cx="607280" cy="305159"/>
          </a:xfrm>
          <a:prstGeom prst="rect">
            <a:avLst/>
          </a:prstGeom>
          <a:noFill/>
        </p:spPr>
        <p:txBody>
          <a:bodyPr vertOverflow="overflow" horzOverflow="overflow" vert="horz" wrap="square" lIns="91440" tIns="45720" rIns="91440" bIns="45720" numCol="1" spcCol="0" rtlCol="0" fromWordArt="0" anchor="t" anchorCtr="0" forceAA="0" upright="0" compatLnSpc="0">
            <a:spAutoFit/>
          </a:bodyPr>
          <a:p>
            <a:pPr>
              <a:defRPr/>
            </a:pPr>
            <a:r>
              <a:rPr/>
              <a:t>6/24</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7.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209435976" name="Google Shape;66;p15"/>
          <p:cNvSpPr txBox="1"/>
          <p:nvPr>
            <p:ph type="title"/>
          </p:nvPr>
        </p:nvSpPr>
        <p:spPr bwMode="auto">
          <a:xfrm>
            <a:off x="311699" y="445024"/>
            <a:ext cx="8520599" cy="572699"/>
          </a:xfrm>
          <a:prstGeom prst="rect">
            <a:avLst/>
          </a:prstGeom>
        </p:spPr>
        <p:txBody>
          <a:bodyPr spcFirstLastPara="1" wrap="square" lIns="91423" tIns="91423" rIns="91423" bIns="91423" anchor="t" anchorCtr="0">
            <a:normAutofit fontScale="90000"/>
          </a:bodyPr>
          <a:lstStyle/>
          <a:p>
            <a:pPr marL="0" lvl="0" indent="0" algn="l">
              <a:spcBef>
                <a:spcPts val="0"/>
              </a:spcBef>
              <a:spcAft>
                <a:spcPts val="0"/>
              </a:spcAft>
              <a:buNone/>
              <a:defRPr/>
            </a:pPr>
            <a:r>
              <a:rPr lang="fr"/>
              <a:t>Partie 1 </a:t>
            </a:r>
            <a:endParaRPr/>
          </a:p>
        </p:txBody>
      </p:sp>
      <p:sp>
        <p:nvSpPr>
          <p:cNvPr id="1342356748" name="Google Shape;67;p15"/>
          <p:cNvSpPr txBox="1"/>
          <p:nvPr>
            <p:ph type="body" idx="1"/>
          </p:nvPr>
        </p:nvSpPr>
        <p:spPr bwMode="auto">
          <a:xfrm flipH="0" flipV="0">
            <a:off x="311698" y="1152473"/>
            <a:ext cx="8520598" cy="1659668"/>
          </a:xfrm>
          <a:prstGeom prst="rect">
            <a:avLst/>
          </a:prstGeom>
        </p:spPr>
        <p:txBody>
          <a:bodyPr spcFirstLastPara="1" wrap="square" lIns="91423" tIns="91423" rIns="91423" bIns="91423" anchor="t" anchorCtr="0">
            <a:normAutofit/>
          </a:bodyPr>
          <a:lstStyle/>
          <a:p>
            <a:pPr marL="1371600" marR="152399" lvl="2" indent="-304799" algn="l">
              <a:spcBef>
                <a:spcPts val="0"/>
              </a:spcBef>
              <a:spcAft>
                <a:spcPts val="0"/>
              </a:spcAft>
              <a:buClr>
                <a:srgbClr val="271A38"/>
              </a:buClr>
              <a:buSzPts val="1200"/>
              <a:buFont typeface="Inter"/>
              <a:buChar char="■"/>
              <a:defRPr/>
            </a:pPr>
            <a:r>
              <a:rPr lang="fr" sz="1200">
                <a:solidFill>
                  <a:srgbClr val="271A38"/>
                </a:solidFill>
                <a:latin typeface="Inter"/>
                <a:ea typeface="Inter"/>
                <a:cs typeface="Inter"/>
              </a:rPr>
              <a:t>les premières requêtes et leurs résultats (nombre de documents de la base de données, nombre de logements avec des disponibilités)</a:t>
            </a:r>
            <a:endParaRPr/>
          </a:p>
        </p:txBody>
      </p:sp>
      <p:pic>
        <p:nvPicPr>
          <p:cNvPr id="1500841581" name=""/>
          <p:cNvPicPr>
            <a:picLocks noChangeAspect="1"/>
          </p:cNvPicPr>
          <p:nvPr/>
        </p:nvPicPr>
        <p:blipFill>
          <a:blip r:embed="rId3"/>
          <a:stretch/>
        </p:blipFill>
        <p:spPr bwMode="auto">
          <a:xfrm>
            <a:off x="311698" y="1974848"/>
            <a:ext cx="8515350" cy="885825"/>
          </a:xfrm>
          <a:prstGeom prst="rect">
            <a:avLst/>
          </a:prstGeom>
        </p:spPr>
      </p:pic>
      <p:sp>
        <p:nvSpPr>
          <p:cNvPr id="1494732566" name=""/>
          <p:cNvSpPr txBox="1"/>
          <p:nvPr/>
        </p:nvSpPr>
        <p:spPr bwMode="auto">
          <a:xfrm flipH="0" flipV="0">
            <a:off x="319047" y="3114523"/>
            <a:ext cx="8631903" cy="518519"/>
          </a:xfrm>
          <a:prstGeom prst="rect">
            <a:avLst/>
          </a:prstGeom>
          <a:noFill/>
        </p:spPr>
        <p:txBody>
          <a:bodyPr vertOverflow="overflow" horzOverflow="overflow" vert="horz" wrap="square" lIns="91440" tIns="45720" rIns="91440" bIns="45720" numCol="1" spcCol="0" rtlCol="0" fromWordArt="0" anchor="t" anchorCtr="0" forceAA="0" upright="0" compatLnSpc="0">
            <a:spAutoFit/>
          </a:bodyPr>
          <a:p>
            <a:pPr>
              <a:defRPr/>
            </a:pPr>
            <a:r>
              <a:rPr/>
              <a:t>Grâce à ces requêtes, on voit que la collection listings_paris de la base de données backup contient 95885 objets, correspondant à des logements, dont 76747 avec des disponibilités.</a:t>
            </a:r>
            <a:endParaRPr/>
          </a:p>
        </p:txBody>
      </p:sp>
      <p:sp>
        <p:nvSpPr>
          <p:cNvPr id="767455828" name=""/>
          <p:cNvSpPr txBox="1"/>
          <p:nvPr/>
        </p:nvSpPr>
        <p:spPr bwMode="auto">
          <a:xfrm flipH="0" flipV="0">
            <a:off x="137619" y="4732260"/>
            <a:ext cx="607280" cy="305159"/>
          </a:xfrm>
          <a:prstGeom prst="rect">
            <a:avLst/>
          </a:prstGeom>
          <a:noFill/>
        </p:spPr>
        <p:txBody>
          <a:bodyPr vertOverflow="overflow" horzOverflow="overflow" vert="horz" wrap="square" lIns="91440" tIns="45720" rIns="91440" bIns="45720" numCol="1" spcCol="0" rtlCol="0" fromWordArt="0" anchor="t" anchorCtr="0" forceAA="0" upright="0" compatLnSpc="0">
            <a:spAutoFit/>
          </a:bodyPr>
          <a:p>
            <a:pPr>
              <a:defRPr/>
            </a:pPr>
            <a:r>
              <a:rPr/>
              <a:t>7/24</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8.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72" name="Google Shape;72;p16"/>
          <p:cNvSpPr txBox="1"/>
          <p:nvPr>
            <p:ph type="title"/>
          </p:nvPr>
        </p:nvSpPr>
        <p:spPr bwMode="auto">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a:spcBef>
                <a:spcPts val="0"/>
              </a:spcBef>
              <a:spcAft>
                <a:spcPts val="0"/>
              </a:spcAft>
              <a:buNone/>
              <a:defRPr/>
            </a:pPr>
            <a:r>
              <a:rPr lang="fr"/>
              <a:t>Partie 2</a:t>
            </a:r>
            <a:endParaRPr/>
          </a:p>
        </p:txBody>
      </p:sp>
      <p:sp>
        <p:nvSpPr>
          <p:cNvPr id="73" name="Google Shape;73;p16"/>
          <p:cNvSpPr txBox="1"/>
          <p:nvPr>
            <p:ph type="body" idx="1"/>
          </p:nvPr>
        </p:nvSpPr>
        <p:spPr bwMode="auto">
          <a:xfrm>
            <a:off x="311700" y="1152475"/>
            <a:ext cx="8520600" cy="3416400"/>
          </a:xfrm>
          <a:prstGeom prst="rect">
            <a:avLst/>
          </a:prstGeom>
        </p:spPr>
        <p:txBody>
          <a:bodyPr spcFirstLastPara="1" wrap="square" lIns="91425" tIns="91425" rIns="91425" bIns="91425" anchor="t" anchorCtr="0">
            <a:normAutofit/>
          </a:bodyPr>
          <a:lstStyle/>
          <a:p>
            <a:pPr marL="1371600" marR="152400" lvl="2" indent="-304800" algn="l">
              <a:spcBef>
                <a:spcPts val="0"/>
              </a:spcBef>
              <a:spcAft>
                <a:spcPts val="0"/>
              </a:spcAft>
              <a:buClr>
                <a:srgbClr val="271A38"/>
              </a:buClr>
              <a:buSzPts val="1200"/>
              <a:buFont typeface="Inter"/>
              <a:buChar char="■"/>
              <a:defRPr/>
            </a:pPr>
            <a:r>
              <a:rPr lang="fr" sz="1200">
                <a:solidFill>
                  <a:srgbClr val="271A38"/>
                </a:solidFill>
                <a:latin typeface="Inter"/>
                <a:ea typeface="Inter"/>
                <a:cs typeface="Inter"/>
              </a:rPr>
              <a:t>les requêtes et leurs résultats : 1. </a:t>
            </a:r>
            <a:r>
              <a:rPr lang="fr" sz="1200" b="0" i="0" u="none" strike="noStrike" cap="none" spc="0">
                <a:solidFill>
                  <a:srgbClr val="271A38"/>
                </a:solidFill>
                <a:latin typeface="Inter"/>
                <a:ea typeface="Inter"/>
                <a:cs typeface="Inter"/>
              </a:rPr>
              <a:t>Combien d’annonces y a-t-il par type de location ?</a:t>
            </a:r>
            <a:endParaRPr sz="1200">
              <a:solidFill>
                <a:srgbClr val="271A38"/>
              </a:solidFill>
              <a:latin typeface="Inter"/>
              <a:ea typeface="Inter"/>
              <a:cs typeface="Inter"/>
            </a:endParaRPr>
          </a:p>
        </p:txBody>
      </p:sp>
      <p:pic>
        <p:nvPicPr>
          <p:cNvPr id="2080636470" name=""/>
          <p:cNvPicPr>
            <a:picLocks noChangeAspect="1"/>
          </p:cNvPicPr>
          <p:nvPr/>
        </p:nvPicPr>
        <p:blipFill>
          <a:blip r:embed="rId3"/>
          <a:srcRect l="0" t="0" r="0" b="1695"/>
          <a:stretch/>
        </p:blipFill>
        <p:spPr bwMode="auto">
          <a:xfrm flipH="0" flipV="0">
            <a:off x="1371675" y="1416201"/>
            <a:ext cx="6295228" cy="3588203"/>
          </a:xfrm>
          <a:prstGeom prst="rect">
            <a:avLst/>
          </a:prstGeom>
        </p:spPr>
      </p:pic>
      <p:sp>
        <p:nvSpPr>
          <p:cNvPr id="1128763092" name=""/>
          <p:cNvSpPr txBox="1"/>
          <p:nvPr/>
        </p:nvSpPr>
        <p:spPr bwMode="auto">
          <a:xfrm flipH="0" flipV="0">
            <a:off x="137619" y="4732260"/>
            <a:ext cx="607280" cy="305159"/>
          </a:xfrm>
          <a:prstGeom prst="rect">
            <a:avLst/>
          </a:prstGeom>
          <a:noFill/>
        </p:spPr>
        <p:txBody>
          <a:bodyPr vertOverflow="overflow" horzOverflow="overflow" vert="horz" wrap="square" lIns="91440" tIns="45720" rIns="91440" bIns="45720" numCol="1" spcCol="0" rtlCol="0" fromWordArt="0" anchor="t" anchorCtr="0" forceAA="0" upright="0" compatLnSpc="0">
            <a:spAutoFit/>
          </a:bodyPr>
          <a:p>
            <a:pPr>
              <a:defRPr/>
            </a:pPr>
            <a:r>
              <a:rPr/>
              <a:t>8/24</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9.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81896876" name="Google Shape;72;p16"/>
          <p:cNvSpPr txBox="1"/>
          <p:nvPr>
            <p:ph type="title"/>
          </p:nvPr>
        </p:nvSpPr>
        <p:spPr bwMode="auto">
          <a:xfrm>
            <a:off x="311699" y="445024"/>
            <a:ext cx="8520599" cy="572699"/>
          </a:xfrm>
          <a:prstGeom prst="rect">
            <a:avLst/>
          </a:prstGeom>
        </p:spPr>
        <p:txBody>
          <a:bodyPr spcFirstLastPara="1" wrap="square" lIns="91424" tIns="91424" rIns="91424" bIns="91424" anchor="t" anchorCtr="0">
            <a:normAutofit fontScale="90000"/>
          </a:bodyPr>
          <a:lstStyle/>
          <a:p>
            <a:pPr marL="0" lvl="0" indent="0" algn="l">
              <a:spcBef>
                <a:spcPts val="0"/>
              </a:spcBef>
              <a:spcAft>
                <a:spcPts val="0"/>
              </a:spcAft>
              <a:buNone/>
              <a:defRPr/>
            </a:pPr>
            <a:r>
              <a:rPr lang="fr"/>
              <a:t>Partie 2</a:t>
            </a:r>
            <a:endParaRPr/>
          </a:p>
        </p:txBody>
      </p:sp>
      <p:pic>
        <p:nvPicPr>
          <p:cNvPr id="644665735" name=""/>
          <p:cNvPicPr>
            <a:picLocks noChangeAspect="1"/>
          </p:cNvPicPr>
          <p:nvPr/>
        </p:nvPicPr>
        <p:blipFill>
          <a:blip r:embed="rId3"/>
          <a:stretch/>
        </p:blipFill>
        <p:spPr bwMode="auto">
          <a:xfrm>
            <a:off x="4316065" y="0"/>
            <a:ext cx="4835915" cy="5143500"/>
          </a:xfrm>
          <a:prstGeom prst="rect">
            <a:avLst/>
          </a:prstGeom>
        </p:spPr>
      </p:pic>
      <p:sp>
        <p:nvSpPr>
          <p:cNvPr id="147511155" name=""/>
          <p:cNvSpPr txBox="1"/>
          <p:nvPr/>
        </p:nvSpPr>
        <p:spPr bwMode="auto">
          <a:xfrm flipH="0" flipV="0">
            <a:off x="228333" y="1164166"/>
            <a:ext cx="3993228" cy="1158599"/>
          </a:xfrm>
          <a:prstGeom prst="rect">
            <a:avLst/>
          </a:prstGeom>
          <a:noFill/>
        </p:spPr>
        <p:txBody>
          <a:bodyPr vertOverflow="overflow" horzOverflow="overflow" vert="horz" wrap="square" lIns="91440" tIns="45720" rIns="91440" bIns="45720" numCol="1" spcCol="0" rtlCol="0" fromWordArt="0" anchor="t" anchorCtr="0" forceAA="0" upright="0" compatLnSpc="0">
            <a:spAutoFit/>
          </a:bodyPr>
          <a:p>
            <a:pPr>
              <a:defRPr/>
            </a:pPr>
            <a:r>
              <a:rPr lang="fr" sz="1400" b="0" i="0" u="none" strike="noStrike" cap="none" spc="0">
                <a:solidFill>
                  <a:srgbClr val="271A38"/>
                </a:solidFill>
                <a:latin typeface="Inter"/>
                <a:ea typeface="Inter"/>
                <a:cs typeface="Inter"/>
              </a:rPr>
              <a:t>les requêtes et leurs résultats : </a:t>
            </a:r>
            <a:endParaRPr lang="fr" sz="1400" b="0" i="0" u="none" strike="noStrike" cap="none" spc="0">
              <a:solidFill>
                <a:srgbClr val="271A38"/>
              </a:solidFill>
              <a:latin typeface="Times New Roman"/>
              <a:cs typeface="Times New Roman"/>
            </a:endParaRPr>
          </a:p>
          <a:p>
            <a:pPr>
              <a:defRPr/>
            </a:pPr>
            <a:endParaRPr/>
          </a:p>
          <a:p>
            <a:pPr>
              <a:defRPr/>
            </a:pPr>
            <a:r>
              <a:rPr lang="fr" sz="1400" b="0" i="0" u="none" strike="noStrike" cap="none" spc="0">
                <a:solidFill>
                  <a:srgbClr val="271A38"/>
                </a:solidFill>
                <a:latin typeface="Inter"/>
                <a:ea typeface="Inter"/>
                <a:cs typeface="Inter"/>
              </a:rPr>
              <a:t>2. </a:t>
            </a:r>
            <a:r>
              <a:rPr lang="fr" sz="1400" b="0" i="0" u="none" strike="noStrike" cap="none" spc="0">
                <a:solidFill>
                  <a:srgbClr val="271A38"/>
                </a:solidFill>
                <a:latin typeface="Inter"/>
                <a:ea typeface="Inter"/>
                <a:cs typeface="Inter"/>
              </a:rPr>
              <a:t>Quelles sont les 5 annonces de location avec le plus d’évaluations ? Et combien d’évaluations ont-elles ?</a:t>
            </a:r>
            <a:endParaRPr lang="fr" sz="1400" b="0" i="0" u="none" strike="noStrike" cap="none" spc="0">
              <a:solidFill>
                <a:srgbClr val="271A38"/>
              </a:solidFill>
              <a:latin typeface="Times New Roman"/>
              <a:cs typeface="Times New Roman"/>
            </a:endParaRPr>
          </a:p>
        </p:txBody>
      </p:sp>
      <p:sp>
        <p:nvSpPr>
          <p:cNvPr id="510642261" name=""/>
          <p:cNvSpPr txBox="1"/>
          <p:nvPr/>
        </p:nvSpPr>
        <p:spPr bwMode="auto">
          <a:xfrm flipH="0" flipV="0">
            <a:off x="137619" y="4732260"/>
            <a:ext cx="607280" cy="305159"/>
          </a:xfrm>
          <a:prstGeom prst="rect">
            <a:avLst/>
          </a:prstGeom>
          <a:noFill/>
        </p:spPr>
        <p:txBody>
          <a:bodyPr vertOverflow="overflow" horzOverflow="overflow" vert="horz" wrap="square" lIns="91440" tIns="45720" rIns="91440" bIns="45720" numCol="1" spcCol="0" rtlCol="0" fromWordArt="0" anchor="t" anchorCtr="0" forceAA="0" upright="0" compatLnSpc="0">
            <a:spAutoFit/>
          </a:bodyPr>
          <a:p>
            <a:pPr>
              <a:defRPr/>
            </a:pPr>
            <a:r>
              <a:rPr/>
              <a:t>9/24</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10.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277469853" name="Google Shape;72;p16"/>
          <p:cNvSpPr txBox="1"/>
          <p:nvPr>
            <p:ph type="title"/>
          </p:nvPr>
        </p:nvSpPr>
        <p:spPr bwMode="auto">
          <a:xfrm>
            <a:off x="311699" y="445024"/>
            <a:ext cx="8520599" cy="572699"/>
          </a:xfrm>
          <a:prstGeom prst="rect">
            <a:avLst/>
          </a:prstGeom>
        </p:spPr>
        <p:txBody>
          <a:bodyPr spcFirstLastPara="1" wrap="square" lIns="91424" tIns="91424" rIns="91424" bIns="91424" anchor="t" anchorCtr="0">
            <a:normAutofit fontScale="90000"/>
          </a:bodyPr>
          <a:lstStyle/>
          <a:p>
            <a:pPr marL="0" lvl="0" indent="0" algn="l">
              <a:spcBef>
                <a:spcPts val="0"/>
              </a:spcBef>
              <a:spcAft>
                <a:spcPts val="0"/>
              </a:spcAft>
              <a:buNone/>
              <a:defRPr/>
            </a:pPr>
            <a:r>
              <a:rPr lang="fr"/>
              <a:t>Partie 2</a:t>
            </a:r>
            <a:endParaRPr/>
          </a:p>
        </p:txBody>
      </p:sp>
      <p:sp>
        <p:nvSpPr>
          <p:cNvPr id="932134340" name="Google Shape;73;p16"/>
          <p:cNvSpPr txBox="1"/>
          <p:nvPr>
            <p:ph type="body" idx="1"/>
          </p:nvPr>
        </p:nvSpPr>
        <p:spPr bwMode="auto">
          <a:xfrm>
            <a:off x="311699" y="1152474"/>
            <a:ext cx="8520599" cy="3416400"/>
          </a:xfrm>
          <a:prstGeom prst="rect">
            <a:avLst/>
          </a:prstGeom>
        </p:spPr>
        <p:txBody>
          <a:bodyPr spcFirstLastPara="1" wrap="square" lIns="91424" tIns="91424" rIns="91424" bIns="91424" anchor="t" anchorCtr="0">
            <a:normAutofit/>
          </a:bodyPr>
          <a:lstStyle/>
          <a:p>
            <a:pPr marL="1371600" marR="152399" lvl="2" indent="-304799" algn="l">
              <a:spcBef>
                <a:spcPts val="0"/>
              </a:spcBef>
              <a:spcAft>
                <a:spcPts val="0"/>
              </a:spcAft>
              <a:buClr>
                <a:srgbClr val="271A38"/>
              </a:buClr>
              <a:buSzPts val="1200"/>
              <a:buFont typeface="Inter"/>
              <a:buChar char="■"/>
              <a:defRPr/>
            </a:pPr>
            <a:r>
              <a:rPr lang="fr" sz="1200">
                <a:solidFill>
                  <a:srgbClr val="271A38"/>
                </a:solidFill>
                <a:latin typeface="Inter"/>
                <a:ea typeface="Inter"/>
                <a:cs typeface="Inter"/>
              </a:rPr>
              <a:t>les requêtes et leurs résultats : </a:t>
            </a:r>
            <a:r>
              <a:rPr lang="fr" sz="1200" b="0" i="0" u="none" strike="noStrike" cap="none" spc="0">
                <a:solidFill>
                  <a:srgbClr val="271A38"/>
                </a:solidFill>
                <a:latin typeface="Inter"/>
                <a:ea typeface="Inter"/>
                <a:cs typeface="Inter"/>
              </a:rPr>
              <a:t>3. Quel est le nombre total d’hôtes différents ?</a:t>
            </a:r>
            <a:endParaRPr sz="1200">
              <a:solidFill>
                <a:srgbClr val="271A38"/>
              </a:solidFill>
              <a:latin typeface="Inter"/>
              <a:ea typeface="Inter"/>
              <a:cs typeface="Inter"/>
            </a:endParaRPr>
          </a:p>
        </p:txBody>
      </p:sp>
      <p:pic>
        <p:nvPicPr>
          <p:cNvPr id="1182138899" name=""/>
          <p:cNvPicPr>
            <a:picLocks noChangeAspect="1"/>
          </p:cNvPicPr>
          <p:nvPr/>
        </p:nvPicPr>
        <p:blipFill>
          <a:blip r:embed="rId3"/>
          <a:stretch/>
        </p:blipFill>
        <p:spPr bwMode="auto">
          <a:xfrm flipH="0" flipV="0">
            <a:off x="1371675" y="1416201"/>
            <a:ext cx="6295228" cy="3588203"/>
          </a:xfrm>
          <a:prstGeom prst="rect">
            <a:avLst/>
          </a:prstGeom>
        </p:spPr>
      </p:pic>
      <p:sp>
        <p:nvSpPr>
          <p:cNvPr id="691303351" name=""/>
          <p:cNvSpPr txBox="1"/>
          <p:nvPr/>
        </p:nvSpPr>
        <p:spPr bwMode="auto">
          <a:xfrm flipH="0" flipV="0">
            <a:off x="137618" y="4732260"/>
            <a:ext cx="756672" cy="305159"/>
          </a:xfrm>
          <a:prstGeom prst="rect">
            <a:avLst/>
          </a:prstGeom>
          <a:noFill/>
        </p:spPr>
        <p:txBody>
          <a:bodyPr vertOverflow="overflow" horzOverflow="overflow" vert="horz" wrap="square" lIns="91440" tIns="45720" rIns="91440" bIns="45720" numCol="1" spcCol="0" rtlCol="0" fromWordArt="0" anchor="t" anchorCtr="0" forceAA="0" upright="0" compatLnSpc="0">
            <a:spAutoFit/>
          </a:bodyPr>
          <a:p>
            <a:pPr>
              <a:defRPr/>
            </a:pPr>
            <a:r>
              <a:rPr/>
              <a:t>10/24</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11.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2084672506" name="Google Shape;72;p16"/>
          <p:cNvSpPr txBox="1"/>
          <p:nvPr>
            <p:ph type="title"/>
          </p:nvPr>
        </p:nvSpPr>
        <p:spPr bwMode="auto">
          <a:xfrm>
            <a:off x="311699" y="445024"/>
            <a:ext cx="8520599" cy="572699"/>
          </a:xfrm>
          <a:prstGeom prst="rect">
            <a:avLst/>
          </a:prstGeom>
        </p:spPr>
        <p:txBody>
          <a:bodyPr spcFirstLastPara="1" wrap="square" lIns="91424" tIns="91424" rIns="91424" bIns="91424" anchor="t" anchorCtr="0">
            <a:normAutofit fontScale="90000"/>
          </a:bodyPr>
          <a:lstStyle/>
          <a:p>
            <a:pPr marL="0" lvl="0" indent="0" algn="l">
              <a:spcBef>
                <a:spcPts val="0"/>
              </a:spcBef>
              <a:spcAft>
                <a:spcPts val="0"/>
              </a:spcAft>
              <a:buNone/>
              <a:defRPr/>
            </a:pPr>
            <a:r>
              <a:rPr lang="fr"/>
              <a:t>Partie 2</a:t>
            </a:r>
            <a:endParaRPr/>
          </a:p>
        </p:txBody>
      </p:sp>
      <p:pic>
        <p:nvPicPr>
          <p:cNvPr id="1020199089" name=""/>
          <p:cNvPicPr>
            <a:picLocks noChangeAspect="1"/>
          </p:cNvPicPr>
          <p:nvPr/>
        </p:nvPicPr>
        <p:blipFill>
          <a:blip r:embed="rId3"/>
          <a:stretch/>
        </p:blipFill>
        <p:spPr bwMode="auto">
          <a:xfrm>
            <a:off x="4316065" y="0"/>
            <a:ext cx="4835915" cy="5143500"/>
          </a:xfrm>
          <a:prstGeom prst="rect">
            <a:avLst/>
          </a:prstGeom>
        </p:spPr>
      </p:pic>
      <p:sp>
        <p:nvSpPr>
          <p:cNvPr id="1515306584" name=""/>
          <p:cNvSpPr txBox="1"/>
          <p:nvPr/>
        </p:nvSpPr>
        <p:spPr bwMode="auto">
          <a:xfrm flipH="0" flipV="0">
            <a:off x="228333" y="1164166"/>
            <a:ext cx="3993588" cy="1158599"/>
          </a:xfrm>
          <a:prstGeom prst="rect">
            <a:avLst/>
          </a:prstGeom>
          <a:noFill/>
        </p:spPr>
        <p:txBody>
          <a:bodyPr vertOverflow="overflow" horzOverflow="overflow" vert="horz" wrap="square" lIns="91440" tIns="45720" rIns="91440" bIns="45720" numCol="1" spcCol="0" rtlCol="0" fromWordArt="0" anchor="t" anchorCtr="0" forceAA="0" upright="0" compatLnSpc="0">
            <a:spAutoFit/>
          </a:bodyPr>
          <a:p>
            <a:pPr>
              <a:defRPr/>
            </a:pPr>
            <a:r>
              <a:rPr lang="fr" sz="1400" b="0" i="0" u="none" strike="noStrike" cap="none" spc="0">
                <a:solidFill>
                  <a:srgbClr val="271A38"/>
                </a:solidFill>
                <a:latin typeface="Inter"/>
                <a:ea typeface="Inter"/>
                <a:cs typeface="Inter"/>
              </a:rPr>
              <a:t>les requêtes et leurs résultats : </a:t>
            </a:r>
            <a:endParaRPr lang="fr" sz="1400" b="0" i="0" u="none" strike="noStrike" cap="none" spc="0">
              <a:solidFill>
                <a:srgbClr val="271A38"/>
              </a:solidFill>
              <a:latin typeface="Times New Roman"/>
              <a:cs typeface="Times New Roman"/>
            </a:endParaRPr>
          </a:p>
          <a:p>
            <a:pPr>
              <a:defRPr/>
            </a:pPr>
            <a:endParaRPr/>
          </a:p>
          <a:p>
            <a:pPr>
              <a:defRPr/>
            </a:pPr>
            <a:r>
              <a:rPr lang="fr" sz="1400" b="0" i="0" u="none" strike="noStrike" cap="none" spc="0">
                <a:solidFill>
                  <a:srgbClr val="271A38"/>
                </a:solidFill>
                <a:latin typeface="Inter"/>
                <a:ea typeface="Inter"/>
                <a:cs typeface="Inter"/>
              </a:rPr>
              <a:t>4. Quel est le nombre de locations réservables instantanément ? Cela représente quelle proportion des annonces ? </a:t>
            </a:r>
            <a:endParaRPr lang="fr" sz="1400" b="0" i="0" u="none" strike="noStrike" cap="none" spc="0">
              <a:solidFill>
                <a:srgbClr val="271A38"/>
              </a:solidFill>
              <a:latin typeface="Times New Roman"/>
              <a:cs typeface="Times New Roman"/>
            </a:endParaRPr>
          </a:p>
        </p:txBody>
      </p:sp>
      <p:sp>
        <p:nvSpPr>
          <p:cNvPr id="1289508154" name=""/>
          <p:cNvSpPr txBox="1"/>
          <p:nvPr/>
        </p:nvSpPr>
        <p:spPr bwMode="auto">
          <a:xfrm flipH="0" flipV="0">
            <a:off x="137618" y="4732260"/>
            <a:ext cx="681077" cy="305159"/>
          </a:xfrm>
          <a:prstGeom prst="rect">
            <a:avLst/>
          </a:prstGeom>
          <a:noFill/>
        </p:spPr>
        <p:txBody>
          <a:bodyPr vertOverflow="overflow" horzOverflow="overflow" vert="horz" wrap="square" lIns="91440" tIns="45720" rIns="91440" bIns="45720" numCol="1" spcCol="0" rtlCol="0" fromWordArt="0" anchor="t" anchorCtr="0" forceAA="0" upright="0" compatLnSpc="0">
            <a:spAutoFit/>
          </a:bodyPr>
          <a:p>
            <a:pPr>
              <a:defRPr/>
            </a:pPr>
            <a:r>
              <a:rPr/>
              <a:t>11/24</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12.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2082073635" name="Google Shape;72;p16"/>
          <p:cNvSpPr txBox="1"/>
          <p:nvPr>
            <p:ph type="title"/>
          </p:nvPr>
        </p:nvSpPr>
        <p:spPr bwMode="auto">
          <a:xfrm>
            <a:off x="311699" y="445024"/>
            <a:ext cx="8520599" cy="572699"/>
          </a:xfrm>
          <a:prstGeom prst="rect">
            <a:avLst/>
          </a:prstGeom>
        </p:spPr>
        <p:txBody>
          <a:bodyPr spcFirstLastPara="1" wrap="square" lIns="91424" tIns="91424" rIns="91424" bIns="91424" anchor="t" anchorCtr="0">
            <a:normAutofit fontScale="90000"/>
          </a:bodyPr>
          <a:lstStyle/>
          <a:p>
            <a:pPr marL="0" lvl="0" indent="0" algn="l">
              <a:spcBef>
                <a:spcPts val="0"/>
              </a:spcBef>
              <a:spcAft>
                <a:spcPts val="0"/>
              </a:spcAft>
              <a:buNone/>
              <a:defRPr/>
            </a:pPr>
            <a:r>
              <a:rPr lang="fr"/>
              <a:t>Partie 2</a:t>
            </a:r>
            <a:endParaRPr/>
          </a:p>
        </p:txBody>
      </p:sp>
      <p:pic>
        <p:nvPicPr>
          <p:cNvPr id="2110522006" name=""/>
          <p:cNvPicPr>
            <a:picLocks noChangeAspect="1"/>
          </p:cNvPicPr>
          <p:nvPr/>
        </p:nvPicPr>
        <p:blipFill>
          <a:blip r:embed="rId3"/>
          <a:stretch/>
        </p:blipFill>
        <p:spPr bwMode="auto">
          <a:xfrm>
            <a:off x="4316065" y="0"/>
            <a:ext cx="4835915" cy="5143500"/>
          </a:xfrm>
          <a:prstGeom prst="rect">
            <a:avLst/>
          </a:prstGeom>
        </p:spPr>
      </p:pic>
      <p:sp>
        <p:nvSpPr>
          <p:cNvPr id="1363120010" name=""/>
          <p:cNvSpPr txBox="1"/>
          <p:nvPr/>
        </p:nvSpPr>
        <p:spPr bwMode="auto">
          <a:xfrm flipH="0" flipV="0">
            <a:off x="228333" y="1164166"/>
            <a:ext cx="3999348" cy="1371960"/>
          </a:xfrm>
          <a:prstGeom prst="rect">
            <a:avLst/>
          </a:prstGeom>
          <a:noFill/>
        </p:spPr>
        <p:txBody>
          <a:bodyPr vertOverflow="overflow" horzOverflow="overflow" vert="horz" wrap="square" lIns="91440" tIns="45720" rIns="91440" bIns="45720" numCol="1" spcCol="0" rtlCol="0" fromWordArt="0" anchor="t" anchorCtr="0" forceAA="0" upright="0" compatLnSpc="0">
            <a:spAutoFit/>
          </a:bodyPr>
          <a:p>
            <a:pPr>
              <a:defRPr/>
            </a:pPr>
            <a:r>
              <a:rPr lang="fr" sz="1400" b="0" i="0" u="none" strike="noStrike" cap="none" spc="0">
                <a:solidFill>
                  <a:srgbClr val="271A38"/>
                </a:solidFill>
                <a:latin typeface="Inter"/>
                <a:ea typeface="Inter"/>
                <a:cs typeface="Inter"/>
              </a:rPr>
              <a:t>les requêtes et leurs résultats : </a:t>
            </a:r>
            <a:endParaRPr lang="fr" sz="1400" b="0" i="0" u="none" strike="noStrike" cap="none" spc="0">
              <a:solidFill>
                <a:srgbClr val="271A38"/>
              </a:solidFill>
              <a:latin typeface="Times New Roman"/>
              <a:cs typeface="Times New Roman"/>
            </a:endParaRPr>
          </a:p>
          <a:p>
            <a:pPr>
              <a:defRPr/>
            </a:pPr>
            <a:endParaRPr/>
          </a:p>
          <a:p>
            <a:pPr>
              <a:defRPr/>
            </a:pPr>
            <a:r>
              <a:rPr lang="fr" sz="1400" b="0" i="0" u="none" strike="noStrike" cap="none" spc="0">
                <a:solidFill>
                  <a:srgbClr val="271A38"/>
                </a:solidFill>
                <a:latin typeface="Inter"/>
                <a:ea typeface="Inter"/>
                <a:cs typeface="Inter"/>
              </a:rPr>
              <a:t>5. Est-ce que des hôtes ont plus de 100 annonces sur les plateformes ? Et si oui qui sont-ils ? Cela représente quel pourcentage des hôtes ? (Requête)</a:t>
            </a:r>
            <a:endParaRPr lang="fr" sz="1400" b="0" i="0" u="none" strike="noStrike" cap="none" spc="0">
              <a:solidFill>
                <a:srgbClr val="271A38"/>
              </a:solidFill>
              <a:latin typeface="Times New Roman"/>
              <a:cs typeface="Times New Roman"/>
            </a:endParaRPr>
          </a:p>
        </p:txBody>
      </p:sp>
      <p:sp>
        <p:nvSpPr>
          <p:cNvPr id="1250520540" name=""/>
          <p:cNvSpPr txBox="1"/>
          <p:nvPr/>
        </p:nvSpPr>
        <p:spPr bwMode="auto">
          <a:xfrm flipH="0" flipV="0">
            <a:off x="137618" y="4732260"/>
            <a:ext cx="802029" cy="305159"/>
          </a:xfrm>
          <a:prstGeom prst="rect">
            <a:avLst/>
          </a:prstGeom>
          <a:noFill/>
        </p:spPr>
        <p:txBody>
          <a:bodyPr vertOverflow="overflow" horzOverflow="overflow" vert="horz" wrap="square" lIns="91440" tIns="45720" rIns="91440" bIns="45720" numCol="1" spcCol="0" rtlCol="0" fromWordArt="0" anchor="t" anchorCtr="0" forceAA="0" upright="0" compatLnSpc="0">
            <a:spAutoFit/>
          </a:bodyPr>
          <a:p>
            <a:pPr>
              <a:defRPr/>
            </a:pPr>
            <a:r>
              <a:rPr/>
              <a:t>12/24</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13.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2105087083" name="Google Shape;72;p16"/>
          <p:cNvSpPr txBox="1"/>
          <p:nvPr>
            <p:ph type="title"/>
          </p:nvPr>
        </p:nvSpPr>
        <p:spPr bwMode="auto">
          <a:xfrm>
            <a:off x="311699" y="445024"/>
            <a:ext cx="8520599" cy="572699"/>
          </a:xfrm>
          <a:prstGeom prst="rect">
            <a:avLst/>
          </a:prstGeom>
        </p:spPr>
        <p:txBody>
          <a:bodyPr spcFirstLastPara="1" wrap="square" lIns="91424" tIns="91424" rIns="91424" bIns="91424" anchor="t" anchorCtr="0">
            <a:normAutofit fontScale="90000"/>
          </a:bodyPr>
          <a:lstStyle/>
          <a:p>
            <a:pPr marL="0" lvl="0" indent="0" algn="l">
              <a:spcBef>
                <a:spcPts val="0"/>
              </a:spcBef>
              <a:spcAft>
                <a:spcPts val="0"/>
              </a:spcAft>
              <a:buNone/>
              <a:defRPr/>
            </a:pPr>
            <a:r>
              <a:rPr lang="fr"/>
              <a:t>Partie 2</a:t>
            </a:r>
            <a:endParaRPr/>
          </a:p>
        </p:txBody>
      </p:sp>
      <p:pic>
        <p:nvPicPr>
          <p:cNvPr id="2050378384" name=""/>
          <p:cNvPicPr>
            <a:picLocks noChangeAspect="1"/>
          </p:cNvPicPr>
          <p:nvPr/>
        </p:nvPicPr>
        <p:blipFill>
          <a:blip r:embed="rId3"/>
          <a:stretch/>
        </p:blipFill>
        <p:spPr bwMode="auto">
          <a:xfrm>
            <a:off x="4316065" y="0"/>
            <a:ext cx="4835915" cy="5143500"/>
          </a:xfrm>
          <a:prstGeom prst="rect">
            <a:avLst/>
          </a:prstGeom>
        </p:spPr>
      </p:pic>
      <p:sp>
        <p:nvSpPr>
          <p:cNvPr id="1184313030" name=""/>
          <p:cNvSpPr txBox="1"/>
          <p:nvPr/>
        </p:nvSpPr>
        <p:spPr bwMode="auto">
          <a:xfrm flipH="0" flipV="0">
            <a:off x="228333" y="1164166"/>
            <a:ext cx="4001868" cy="1371960"/>
          </a:xfrm>
          <a:prstGeom prst="rect">
            <a:avLst/>
          </a:prstGeom>
          <a:noFill/>
        </p:spPr>
        <p:txBody>
          <a:bodyPr vertOverflow="overflow" horzOverflow="overflow" vert="horz" wrap="square" lIns="91440" tIns="45720" rIns="91440" bIns="45720" numCol="1" spcCol="0" rtlCol="0" fromWordArt="0" anchor="t" anchorCtr="0" forceAA="0" upright="0" compatLnSpc="0">
            <a:spAutoFit/>
          </a:bodyPr>
          <a:p>
            <a:pPr>
              <a:defRPr/>
            </a:pPr>
            <a:r>
              <a:rPr lang="fr" sz="1400" b="0" i="0" u="none" strike="noStrike" cap="none" spc="0">
                <a:solidFill>
                  <a:srgbClr val="271A38"/>
                </a:solidFill>
                <a:latin typeface="Inter"/>
                <a:ea typeface="Inter"/>
                <a:cs typeface="Inter"/>
              </a:rPr>
              <a:t>les requêtes et leurs résultats : </a:t>
            </a:r>
            <a:endParaRPr lang="fr" sz="1400" b="0" i="0" u="none" strike="noStrike" cap="none" spc="0">
              <a:solidFill>
                <a:srgbClr val="271A38"/>
              </a:solidFill>
              <a:latin typeface="Times New Roman"/>
              <a:cs typeface="Times New Roman"/>
            </a:endParaRPr>
          </a:p>
          <a:p>
            <a:pPr>
              <a:defRPr/>
            </a:pPr>
            <a:endParaRPr/>
          </a:p>
          <a:p>
            <a:pPr>
              <a:defRPr/>
            </a:pPr>
            <a:r>
              <a:rPr lang="fr" sz="1400" b="0" i="0" u="none" strike="noStrike" cap="none" spc="0">
                <a:solidFill>
                  <a:srgbClr val="271A38"/>
                </a:solidFill>
                <a:latin typeface="Inter"/>
                <a:ea typeface="Inter"/>
                <a:cs typeface="Inter"/>
              </a:rPr>
              <a:t>5. Est-ce que des hôtes ont plus de 100 annonces sur les plateformes ? Et si oui qui sont-ils ? Cela représente quel pourcentage des hôtes ? (Réponse)</a:t>
            </a:r>
            <a:endParaRPr lang="fr" sz="1400" b="0" i="0" u="none" strike="noStrike" cap="none" spc="0">
              <a:solidFill>
                <a:srgbClr val="271A38"/>
              </a:solidFill>
              <a:latin typeface="Times New Roman"/>
              <a:cs typeface="Times New Roman"/>
            </a:endParaRPr>
          </a:p>
        </p:txBody>
      </p:sp>
      <p:sp>
        <p:nvSpPr>
          <p:cNvPr id="74431957" name=""/>
          <p:cNvSpPr txBox="1"/>
          <p:nvPr/>
        </p:nvSpPr>
        <p:spPr bwMode="auto">
          <a:xfrm flipH="0" flipV="0">
            <a:off x="137618" y="4732260"/>
            <a:ext cx="681077" cy="305159"/>
          </a:xfrm>
          <a:prstGeom prst="rect">
            <a:avLst/>
          </a:prstGeom>
          <a:noFill/>
        </p:spPr>
        <p:txBody>
          <a:bodyPr vertOverflow="overflow" horzOverflow="overflow" vert="horz" wrap="square" lIns="91440" tIns="45720" rIns="91440" bIns="45720" numCol="1" spcCol="0" rtlCol="0" fromWordArt="0" anchor="t" anchorCtr="0" forceAA="0" upright="0" compatLnSpc="0">
            <a:spAutoFit/>
          </a:bodyPr>
          <a:p>
            <a:pPr>
              <a:defRPr/>
            </a:pPr>
            <a:r>
              <a:rPr/>
              <a:t>13/24</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14.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857342431" name="Google Shape;72;p16"/>
          <p:cNvSpPr txBox="1"/>
          <p:nvPr>
            <p:ph type="title"/>
          </p:nvPr>
        </p:nvSpPr>
        <p:spPr bwMode="auto">
          <a:xfrm>
            <a:off x="311699" y="445024"/>
            <a:ext cx="8520599" cy="572699"/>
          </a:xfrm>
          <a:prstGeom prst="rect">
            <a:avLst/>
          </a:prstGeom>
        </p:spPr>
        <p:txBody>
          <a:bodyPr spcFirstLastPara="1" wrap="square" lIns="91424" tIns="91424" rIns="91424" bIns="91424" anchor="t" anchorCtr="0">
            <a:normAutofit fontScale="90000"/>
          </a:bodyPr>
          <a:lstStyle/>
          <a:p>
            <a:pPr marL="0" lvl="0" indent="0" algn="l">
              <a:spcBef>
                <a:spcPts val="0"/>
              </a:spcBef>
              <a:spcAft>
                <a:spcPts val="0"/>
              </a:spcAft>
              <a:buNone/>
              <a:defRPr/>
            </a:pPr>
            <a:r>
              <a:rPr lang="fr"/>
              <a:t>Partie 2</a:t>
            </a:r>
            <a:endParaRPr/>
          </a:p>
        </p:txBody>
      </p:sp>
      <p:pic>
        <p:nvPicPr>
          <p:cNvPr id="50123783" name=""/>
          <p:cNvPicPr>
            <a:picLocks noChangeAspect="1"/>
          </p:cNvPicPr>
          <p:nvPr/>
        </p:nvPicPr>
        <p:blipFill>
          <a:blip r:embed="rId3"/>
          <a:stretch/>
        </p:blipFill>
        <p:spPr bwMode="auto">
          <a:xfrm>
            <a:off x="4316065" y="0"/>
            <a:ext cx="4835915" cy="5143500"/>
          </a:xfrm>
          <a:prstGeom prst="rect">
            <a:avLst/>
          </a:prstGeom>
        </p:spPr>
      </p:pic>
      <p:sp>
        <p:nvSpPr>
          <p:cNvPr id="1544593145" name=""/>
          <p:cNvSpPr txBox="1"/>
          <p:nvPr/>
        </p:nvSpPr>
        <p:spPr bwMode="auto">
          <a:xfrm flipH="0" flipV="0">
            <a:off x="228333" y="1164166"/>
            <a:ext cx="4007268" cy="1158599"/>
          </a:xfrm>
          <a:prstGeom prst="rect">
            <a:avLst/>
          </a:prstGeom>
          <a:noFill/>
        </p:spPr>
        <p:txBody>
          <a:bodyPr vertOverflow="overflow" horzOverflow="overflow" vert="horz" wrap="square" lIns="91440" tIns="45720" rIns="91440" bIns="45720" numCol="1" spcCol="0" rtlCol="0" fromWordArt="0" anchor="t" anchorCtr="0" forceAA="0" upright="0" compatLnSpc="0">
            <a:spAutoFit/>
          </a:bodyPr>
          <a:p>
            <a:pPr>
              <a:defRPr/>
            </a:pPr>
            <a:r>
              <a:rPr lang="fr" sz="1400" b="0" i="0" u="none" strike="noStrike" cap="none" spc="0">
                <a:solidFill>
                  <a:srgbClr val="271A38"/>
                </a:solidFill>
                <a:latin typeface="Inter"/>
                <a:ea typeface="Inter"/>
                <a:cs typeface="Inter"/>
              </a:rPr>
              <a:t>les requêtes et leurs résultats : </a:t>
            </a:r>
            <a:endParaRPr lang="fr" sz="1400" b="0" i="0" u="none" strike="noStrike" cap="none" spc="0">
              <a:solidFill>
                <a:srgbClr val="271A38"/>
              </a:solidFill>
              <a:latin typeface="Times New Roman"/>
              <a:cs typeface="Times New Roman"/>
            </a:endParaRPr>
          </a:p>
          <a:p>
            <a:pPr>
              <a:defRPr/>
            </a:pPr>
            <a:endParaRPr/>
          </a:p>
          <a:p>
            <a:pPr>
              <a:defRPr/>
            </a:pPr>
            <a:r>
              <a:rPr lang="fr" sz="1400" b="0" i="0" u="none" strike="noStrike" cap="none" spc="0">
                <a:solidFill>
                  <a:srgbClr val="271A38"/>
                </a:solidFill>
                <a:latin typeface="Inter"/>
                <a:ea typeface="Inter"/>
                <a:cs typeface="Inter"/>
              </a:rPr>
              <a:t>6. Combien y a-t-il de super hôtes différents ? Cela représente quel pourcentage des hôtes ?</a:t>
            </a:r>
            <a:r>
              <a:rPr lang="fr" sz="1400" b="0" i="0" u="none" strike="noStrike" cap="none" spc="0">
                <a:solidFill>
                  <a:srgbClr val="271A38"/>
                </a:solidFill>
                <a:latin typeface="Inter"/>
                <a:ea typeface="Inter"/>
                <a:cs typeface="Inter"/>
              </a:rPr>
              <a:t> (Requête)</a:t>
            </a:r>
            <a:endParaRPr lang="fr" sz="1400" b="0" i="0" u="none" strike="noStrike" cap="none" spc="0">
              <a:solidFill>
                <a:srgbClr val="271A38"/>
              </a:solidFill>
              <a:latin typeface="Times New Roman"/>
              <a:cs typeface="Times New Roman"/>
            </a:endParaRPr>
          </a:p>
        </p:txBody>
      </p:sp>
      <p:sp>
        <p:nvSpPr>
          <p:cNvPr id="232916348" name=""/>
          <p:cNvSpPr txBox="1"/>
          <p:nvPr/>
        </p:nvSpPr>
        <p:spPr bwMode="auto">
          <a:xfrm flipH="0" flipV="0">
            <a:off x="137618" y="4732260"/>
            <a:ext cx="741553" cy="305159"/>
          </a:xfrm>
          <a:prstGeom prst="rect">
            <a:avLst/>
          </a:prstGeom>
          <a:noFill/>
        </p:spPr>
        <p:txBody>
          <a:bodyPr vertOverflow="overflow" horzOverflow="overflow" vert="horz" wrap="square" lIns="91440" tIns="45720" rIns="91440" bIns="45720" numCol="1" spcCol="0" rtlCol="0" fromWordArt="0" anchor="t" anchorCtr="0" forceAA="0" upright="0" compatLnSpc="0">
            <a:spAutoFit/>
          </a:bodyPr>
          <a:p>
            <a:pPr>
              <a:defRPr/>
            </a:pPr>
            <a:r>
              <a:rPr/>
              <a:t>14/24</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15.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449974931" name="Google Shape;72;p16"/>
          <p:cNvSpPr txBox="1"/>
          <p:nvPr>
            <p:ph type="title"/>
          </p:nvPr>
        </p:nvSpPr>
        <p:spPr bwMode="auto">
          <a:xfrm>
            <a:off x="311699" y="445024"/>
            <a:ext cx="8520599" cy="572699"/>
          </a:xfrm>
          <a:prstGeom prst="rect">
            <a:avLst/>
          </a:prstGeom>
        </p:spPr>
        <p:txBody>
          <a:bodyPr spcFirstLastPara="1" wrap="square" lIns="91424" tIns="91424" rIns="91424" bIns="91424" anchor="t" anchorCtr="0">
            <a:normAutofit fontScale="90000"/>
          </a:bodyPr>
          <a:lstStyle/>
          <a:p>
            <a:pPr marL="0" lvl="0" indent="0" algn="l">
              <a:spcBef>
                <a:spcPts val="0"/>
              </a:spcBef>
              <a:spcAft>
                <a:spcPts val="0"/>
              </a:spcAft>
              <a:buNone/>
              <a:defRPr/>
            </a:pPr>
            <a:r>
              <a:rPr lang="fr"/>
              <a:t>Partie 2</a:t>
            </a:r>
            <a:endParaRPr/>
          </a:p>
        </p:txBody>
      </p:sp>
      <p:sp>
        <p:nvSpPr>
          <p:cNvPr id="1144245132" name="Google Shape;73;p16"/>
          <p:cNvSpPr txBox="1"/>
          <p:nvPr>
            <p:ph type="body" idx="1"/>
          </p:nvPr>
        </p:nvSpPr>
        <p:spPr bwMode="auto">
          <a:xfrm>
            <a:off x="311699" y="1152474"/>
            <a:ext cx="8520599" cy="3416400"/>
          </a:xfrm>
          <a:prstGeom prst="rect">
            <a:avLst/>
          </a:prstGeom>
        </p:spPr>
        <p:txBody>
          <a:bodyPr spcFirstLastPara="1" wrap="square" lIns="91424" tIns="91424" rIns="91424" bIns="91424" anchor="t" anchorCtr="0">
            <a:normAutofit/>
          </a:bodyPr>
          <a:lstStyle/>
          <a:p>
            <a:pPr marL="1371600" marR="152399" lvl="2" indent="-304799" algn="l">
              <a:spcBef>
                <a:spcPts val="0"/>
              </a:spcBef>
              <a:spcAft>
                <a:spcPts val="0"/>
              </a:spcAft>
              <a:buClr>
                <a:srgbClr val="271A38"/>
              </a:buClr>
              <a:buSzPts val="1200"/>
              <a:buFont typeface="Inter"/>
              <a:buChar char="■"/>
              <a:defRPr/>
            </a:pPr>
            <a:r>
              <a:rPr lang="fr" sz="1200">
                <a:solidFill>
                  <a:srgbClr val="271A38"/>
                </a:solidFill>
                <a:latin typeface="Inter"/>
                <a:ea typeface="Inter"/>
                <a:cs typeface="Inter"/>
              </a:rPr>
              <a:t>les requêtes et leurs résultats : </a:t>
            </a:r>
            <a:r>
              <a:rPr lang="fr" sz="1200" b="0" i="0" u="none" strike="noStrike" cap="none" spc="0">
                <a:solidFill>
                  <a:srgbClr val="271A38"/>
                </a:solidFill>
                <a:latin typeface="Inter"/>
                <a:ea typeface="Inter"/>
                <a:cs typeface="Inter"/>
              </a:rPr>
              <a:t>6. Combien y a-t-il de super hôtes différents ? Cela représente quel pourcentage des hôtes ?</a:t>
            </a:r>
            <a:r>
              <a:rPr lang="fr" sz="1200" b="0" i="0" u="none" strike="noStrike" cap="none" spc="0">
                <a:solidFill>
                  <a:srgbClr val="271A38"/>
                </a:solidFill>
                <a:latin typeface="Inter"/>
                <a:ea typeface="Inter"/>
                <a:cs typeface="Inter"/>
              </a:rPr>
              <a:t> (Réponse)</a:t>
            </a:r>
            <a:endParaRPr sz="1200">
              <a:solidFill>
                <a:srgbClr val="271A38"/>
              </a:solidFill>
              <a:latin typeface="Inter"/>
              <a:ea typeface="Inter"/>
              <a:cs typeface="Inter"/>
            </a:endParaRPr>
          </a:p>
        </p:txBody>
      </p:sp>
      <p:pic>
        <p:nvPicPr>
          <p:cNvPr id="1407961919" name=""/>
          <p:cNvPicPr>
            <a:picLocks noChangeAspect="1"/>
          </p:cNvPicPr>
          <p:nvPr/>
        </p:nvPicPr>
        <p:blipFill>
          <a:blip r:embed="rId3"/>
          <a:stretch/>
        </p:blipFill>
        <p:spPr bwMode="auto">
          <a:xfrm flipH="0" flipV="0">
            <a:off x="1371675" y="1733700"/>
            <a:ext cx="5950401" cy="3391655"/>
          </a:xfrm>
          <a:prstGeom prst="rect">
            <a:avLst/>
          </a:prstGeom>
        </p:spPr>
      </p:pic>
      <p:sp>
        <p:nvSpPr>
          <p:cNvPr id="1511609042" name=""/>
          <p:cNvSpPr txBox="1"/>
          <p:nvPr/>
        </p:nvSpPr>
        <p:spPr bwMode="auto">
          <a:xfrm flipH="0" flipV="0">
            <a:off x="137618" y="4732260"/>
            <a:ext cx="696196" cy="305159"/>
          </a:xfrm>
          <a:prstGeom prst="rect">
            <a:avLst/>
          </a:prstGeom>
          <a:noFill/>
        </p:spPr>
        <p:txBody>
          <a:bodyPr vertOverflow="overflow" horzOverflow="overflow" vert="horz" wrap="square" lIns="91440" tIns="45720" rIns="91440" bIns="45720" numCol="1" spcCol="0" rtlCol="0" fromWordArt="0" anchor="t" anchorCtr="0" forceAA="0" upright="0" compatLnSpc="0">
            <a:spAutoFit/>
          </a:bodyPr>
          <a:p>
            <a:pPr>
              <a:defRPr/>
            </a:pPr>
            <a:r>
              <a:rPr/>
              <a:t>15/24</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16.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2055023238" name="Google Shape;72;p16"/>
          <p:cNvSpPr txBox="1"/>
          <p:nvPr>
            <p:ph type="title"/>
          </p:nvPr>
        </p:nvSpPr>
        <p:spPr bwMode="auto">
          <a:xfrm>
            <a:off x="311699" y="445024"/>
            <a:ext cx="8520599" cy="572699"/>
          </a:xfrm>
          <a:prstGeom prst="rect">
            <a:avLst/>
          </a:prstGeom>
        </p:spPr>
        <p:txBody>
          <a:bodyPr spcFirstLastPara="1" wrap="square" lIns="91424" tIns="91424" rIns="91424" bIns="91424" anchor="t" anchorCtr="0">
            <a:normAutofit fontScale="90000"/>
          </a:bodyPr>
          <a:lstStyle/>
          <a:p>
            <a:pPr marL="0" lvl="0" indent="0" algn="l">
              <a:spcBef>
                <a:spcPts val="0"/>
              </a:spcBef>
              <a:spcAft>
                <a:spcPts val="0"/>
              </a:spcAft>
              <a:buNone/>
              <a:defRPr/>
            </a:pPr>
            <a:r>
              <a:rPr lang="fr"/>
              <a:t>Partie 2</a:t>
            </a:r>
            <a:endParaRPr/>
          </a:p>
        </p:txBody>
      </p:sp>
      <p:sp>
        <p:nvSpPr>
          <p:cNvPr id="1250310866" name="Google Shape;73;p16"/>
          <p:cNvSpPr txBox="1"/>
          <p:nvPr>
            <p:ph type="body" idx="1"/>
          </p:nvPr>
        </p:nvSpPr>
        <p:spPr bwMode="auto">
          <a:xfrm>
            <a:off x="311699" y="1152474"/>
            <a:ext cx="8520599" cy="3416400"/>
          </a:xfrm>
          <a:prstGeom prst="rect">
            <a:avLst/>
          </a:prstGeom>
        </p:spPr>
        <p:txBody>
          <a:bodyPr spcFirstLastPara="1" wrap="square" lIns="91424" tIns="91424" rIns="91424" bIns="91424" anchor="t" anchorCtr="0">
            <a:normAutofit/>
          </a:bodyPr>
          <a:lstStyle/>
          <a:p>
            <a:pPr marL="1371600" marR="152399" lvl="2" indent="-304799" algn="l">
              <a:spcBef>
                <a:spcPts val="0"/>
              </a:spcBef>
              <a:spcAft>
                <a:spcPts val="0"/>
              </a:spcAft>
              <a:buClr>
                <a:srgbClr val="271A38"/>
              </a:buClr>
              <a:buSzPts val="1200"/>
              <a:buFont typeface="Inter"/>
              <a:buChar char="■"/>
              <a:defRPr/>
            </a:pPr>
            <a:r>
              <a:rPr lang="fr" sz="1200">
                <a:solidFill>
                  <a:srgbClr val="271A38"/>
                </a:solidFill>
                <a:latin typeface="Inter"/>
                <a:ea typeface="Inter"/>
                <a:cs typeface="Inter"/>
              </a:rPr>
              <a:t>les requêtes polars et leurs résultats : </a:t>
            </a:r>
            <a:r>
              <a:rPr lang="fr" sz="1200" b="0" i="0" u="none" strike="noStrike" cap="none" spc="0">
                <a:solidFill>
                  <a:srgbClr val="271A38"/>
                </a:solidFill>
                <a:latin typeface="Inter"/>
                <a:ea typeface="Inter"/>
                <a:cs typeface="Inter"/>
              </a:rPr>
              <a:t>1. Taux de réservation moyen par mois par type de logement</a:t>
            </a:r>
            <a:endParaRPr sz="1200">
              <a:solidFill>
                <a:srgbClr val="271A38"/>
              </a:solidFill>
              <a:latin typeface="Inter"/>
              <a:ea typeface="Inter"/>
              <a:cs typeface="Inter"/>
            </a:endParaRPr>
          </a:p>
        </p:txBody>
      </p:sp>
      <p:pic>
        <p:nvPicPr>
          <p:cNvPr id="1914520990" name=""/>
          <p:cNvPicPr>
            <a:picLocks noChangeAspect="1"/>
          </p:cNvPicPr>
          <p:nvPr/>
        </p:nvPicPr>
        <p:blipFill>
          <a:blip r:embed="rId3"/>
          <a:stretch/>
        </p:blipFill>
        <p:spPr bwMode="auto">
          <a:xfrm flipH="0" flipV="0">
            <a:off x="1371675" y="1733700"/>
            <a:ext cx="5950401" cy="3391655"/>
          </a:xfrm>
          <a:prstGeom prst="rect">
            <a:avLst/>
          </a:prstGeom>
        </p:spPr>
      </p:pic>
      <p:sp>
        <p:nvSpPr>
          <p:cNvPr id="207953850" name=""/>
          <p:cNvSpPr txBox="1"/>
          <p:nvPr/>
        </p:nvSpPr>
        <p:spPr bwMode="auto">
          <a:xfrm flipH="0" flipV="0">
            <a:off x="137618" y="4732260"/>
            <a:ext cx="665957" cy="305159"/>
          </a:xfrm>
          <a:prstGeom prst="rect">
            <a:avLst/>
          </a:prstGeom>
          <a:noFill/>
        </p:spPr>
        <p:txBody>
          <a:bodyPr vertOverflow="overflow" horzOverflow="overflow" vert="horz" wrap="square" lIns="91440" tIns="45720" rIns="91440" bIns="45720" numCol="1" spcCol="0" rtlCol="0" fromWordArt="0" anchor="t" anchorCtr="0" forceAA="0" upright="0" compatLnSpc="0">
            <a:spAutoFit/>
          </a:bodyPr>
          <a:p>
            <a:pPr>
              <a:defRPr/>
            </a:pPr>
            <a:r>
              <a:rPr/>
              <a:t>16/24</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17.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2083062567" name="Google Shape;72;p16"/>
          <p:cNvSpPr txBox="1"/>
          <p:nvPr>
            <p:ph type="title"/>
          </p:nvPr>
        </p:nvSpPr>
        <p:spPr bwMode="auto">
          <a:xfrm>
            <a:off x="311699" y="445024"/>
            <a:ext cx="8520599" cy="572699"/>
          </a:xfrm>
          <a:prstGeom prst="rect">
            <a:avLst/>
          </a:prstGeom>
        </p:spPr>
        <p:txBody>
          <a:bodyPr spcFirstLastPara="1" wrap="square" lIns="91424" tIns="91424" rIns="91424" bIns="91424" anchor="t" anchorCtr="0">
            <a:normAutofit fontScale="90000"/>
          </a:bodyPr>
          <a:lstStyle/>
          <a:p>
            <a:pPr marL="0" lvl="0" indent="0" algn="l">
              <a:spcBef>
                <a:spcPts val="0"/>
              </a:spcBef>
              <a:spcAft>
                <a:spcPts val="0"/>
              </a:spcAft>
              <a:buNone/>
              <a:defRPr/>
            </a:pPr>
            <a:r>
              <a:rPr lang="fr"/>
              <a:t>Partie 2</a:t>
            </a:r>
            <a:endParaRPr/>
          </a:p>
        </p:txBody>
      </p:sp>
      <p:sp>
        <p:nvSpPr>
          <p:cNvPr id="452091825" name="Google Shape;73;p16"/>
          <p:cNvSpPr txBox="1"/>
          <p:nvPr>
            <p:ph type="body" idx="1"/>
          </p:nvPr>
        </p:nvSpPr>
        <p:spPr bwMode="auto">
          <a:xfrm>
            <a:off x="311699" y="1152474"/>
            <a:ext cx="8520599" cy="3416400"/>
          </a:xfrm>
          <a:prstGeom prst="rect">
            <a:avLst/>
          </a:prstGeom>
        </p:spPr>
        <p:txBody>
          <a:bodyPr spcFirstLastPara="1" wrap="square" lIns="91424" tIns="91424" rIns="91424" bIns="91424" anchor="t" anchorCtr="0">
            <a:normAutofit/>
          </a:bodyPr>
          <a:lstStyle/>
          <a:p>
            <a:pPr marL="1371600" marR="152399" lvl="2" indent="-304799" algn="l">
              <a:spcBef>
                <a:spcPts val="0"/>
              </a:spcBef>
              <a:spcAft>
                <a:spcPts val="0"/>
              </a:spcAft>
              <a:buClr>
                <a:srgbClr val="271A38"/>
              </a:buClr>
              <a:buSzPts val="1200"/>
              <a:buFont typeface="Inter"/>
              <a:buChar char="■"/>
              <a:defRPr/>
            </a:pPr>
            <a:r>
              <a:rPr lang="fr" sz="1200">
                <a:solidFill>
                  <a:srgbClr val="271A38"/>
                </a:solidFill>
                <a:latin typeface="Inter"/>
                <a:ea typeface="Inter"/>
                <a:cs typeface="Inter"/>
              </a:rPr>
              <a:t>les requêtes polars et leurs résultats : </a:t>
            </a:r>
            <a:r>
              <a:rPr lang="fr" sz="1200" b="0" i="0" u="none" strike="noStrike" cap="none" spc="0">
                <a:solidFill>
                  <a:srgbClr val="271A38"/>
                </a:solidFill>
                <a:latin typeface="Inter"/>
                <a:ea typeface="Inter"/>
                <a:cs typeface="Inter"/>
              </a:rPr>
              <a:t>2. Médiane du nombre d’avis pour tous les logements</a:t>
            </a:r>
            <a:endParaRPr sz="1200">
              <a:solidFill>
                <a:srgbClr val="271A38"/>
              </a:solidFill>
              <a:latin typeface="Inter"/>
              <a:ea typeface="Inter"/>
              <a:cs typeface="Inter"/>
            </a:endParaRPr>
          </a:p>
        </p:txBody>
      </p:sp>
      <p:pic>
        <p:nvPicPr>
          <p:cNvPr id="1860829046" name=""/>
          <p:cNvPicPr>
            <a:picLocks noChangeAspect="1"/>
          </p:cNvPicPr>
          <p:nvPr/>
        </p:nvPicPr>
        <p:blipFill>
          <a:blip r:embed="rId3"/>
          <a:stretch/>
        </p:blipFill>
        <p:spPr bwMode="auto">
          <a:xfrm flipH="0" flipV="0">
            <a:off x="1371675" y="1733700"/>
            <a:ext cx="5950401" cy="3391655"/>
          </a:xfrm>
          <a:prstGeom prst="rect">
            <a:avLst/>
          </a:prstGeom>
        </p:spPr>
      </p:pic>
      <p:sp>
        <p:nvSpPr>
          <p:cNvPr id="1091273844" name=""/>
          <p:cNvSpPr txBox="1"/>
          <p:nvPr/>
        </p:nvSpPr>
        <p:spPr bwMode="auto">
          <a:xfrm flipH="0" flipV="0">
            <a:off x="137618" y="4732260"/>
            <a:ext cx="681077" cy="305159"/>
          </a:xfrm>
          <a:prstGeom prst="rect">
            <a:avLst/>
          </a:prstGeom>
          <a:noFill/>
        </p:spPr>
        <p:txBody>
          <a:bodyPr vertOverflow="overflow" horzOverflow="overflow" vert="horz" wrap="square" lIns="91440" tIns="45720" rIns="91440" bIns="45720" numCol="1" spcCol="0" rtlCol="0" fromWordArt="0" anchor="t" anchorCtr="0" forceAA="0" upright="0" compatLnSpc="0">
            <a:spAutoFit/>
          </a:bodyPr>
          <a:p>
            <a:pPr>
              <a:defRPr/>
            </a:pPr>
            <a:r>
              <a:rPr/>
              <a:t>17/24</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18.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649999708" name="Google Shape;72;p16"/>
          <p:cNvSpPr txBox="1"/>
          <p:nvPr>
            <p:ph type="title"/>
          </p:nvPr>
        </p:nvSpPr>
        <p:spPr bwMode="auto">
          <a:xfrm>
            <a:off x="311699" y="445024"/>
            <a:ext cx="8520599" cy="572699"/>
          </a:xfrm>
          <a:prstGeom prst="rect">
            <a:avLst/>
          </a:prstGeom>
        </p:spPr>
        <p:txBody>
          <a:bodyPr spcFirstLastPara="1" wrap="square" lIns="91424" tIns="91424" rIns="91424" bIns="91424" anchor="t" anchorCtr="0">
            <a:normAutofit fontScale="90000"/>
          </a:bodyPr>
          <a:lstStyle/>
          <a:p>
            <a:pPr marL="0" lvl="0" indent="0" algn="l">
              <a:spcBef>
                <a:spcPts val="0"/>
              </a:spcBef>
              <a:spcAft>
                <a:spcPts val="0"/>
              </a:spcAft>
              <a:buNone/>
              <a:defRPr/>
            </a:pPr>
            <a:r>
              <a:rPr lang="fr"/>
              <a:t>Partie 2</a:t>
            </a:r>
            <a:endParaRPr/>
          </a:p>
        </p:txBody>
      </p:sp>
      <p:sp>
        <p:nvSpPr>
          <p:cNvPr id="509321168" name="Google Shape;73;p16"/>
          <p:cNvSpPr txBox="1"/>
          <p:nvPr>
            <p:ph type="body" idx="1"/>
          </p:nvPr>
        </p:nvSpPr>
        <p:spPr bwMode="auto">
          <a:xfrm>
            <a:off x="311699" y="1152474"/>
            <a:ext cx="8520599" cy="3416400"/>
          </a:xfrm>
          <a:prstGeom prst="rect">
            <a:avLst/>
          </a:prstGeom>
        </p:spPr>
        <p:txBody>
          <a:bodyPr spcFirstLastPara="1" wrap="square" lIns="91424" tIns="91424" rIns="91424" bIns="91424" anchor="t" anchorCtr="0">
            <a:normAutofit/>
          </a:bodyPr>
          <a:lstStyle/>
          <a:p>
            <a:pPr marL="1371600" marR="152399" lvl="2" indent="-304799" algn="l">
              <a:spcBef>
                <a:spcPts val="0"/>
              </a:spcBef>
              <a:spcAft>
                <a:spcPts val="0"/>
              </a:spcAft>
              <a:buClr>
                <a:srgbClr val="271A38"/>
              </a:buClr>
              <a:buSzPts val="1200"/>
              <a:buFont typeface="Inter"/>
              <a:buChar char="■"/>
              <a:defRPr/>
            </a:pPr>
            <a:r>
              <a:rPr lang="fr" sz="1200">
                <a:solidFill>
                  <a:srgbClr val="271A38"/>
                </a:solidFill>
                <a:latin typeface="Inter"/>
                <a:ea typeface="Inter"/>
                <a:cs typeface="Inter"/>
              </a:rPr>
              <a:t>les requêtes polars et leurs résultats : </a:t>
            </a:r>
            <a:r>
              <a:rPr lang="fr" sz="1200" b="0" i="0" u="none" strike="noStrike" cap="none" spc="0">
                <a:solidFill>
                  <a:srgbClr val="271A38"/>
                </a:solidFill>
                <a:latin typeface="Inter"/>
                <a:ea typeface="Inter"/>
                <a:cs typeface="Inter"/>
              </a:rPr>
              <a:t>3. Médiane du nombre d’avis par catégorie d’hôte</a:t>
            </a:r>
            <a:endParaRPr sz="1200">
              <a:solidFill>
                <a:srgbClr val="271A38"/>
              </a:solidFill>
              <a:latin typeface="Inter"/>
              <a:ea typeface="Inter"/>
              <a:cs typeface="Inter"/>
            </a:endParaRPr>
          </a:p>
        </p:txBody>
      </p:sp>
      <p:pic>
        <p:nvPicPr>
          <p:cNvPr id="323977967" name=""/>
          <p:cNvPicPr>
            <a:picLocks noChangeAspect="1"/>
          </p:cNvPicPr>
          <p:nvPr/>
        </p:nvPicPr>
        <p:blipFill>
          <a:blip r:embed="rId3"/>
          <a:stretch/>
        </p:blipFill>
        <p:spPr bwMode="auto">
          <a:xfrm flipH="0" flipV="0">
            <a:off x="1371675" y="1733700"/>
            <a:ext cx="5950401" cy="3391655"/>
          </a:xfrm>
          <a:prstGeom prst="rect">
            <a:avLst/>
          </a:prstGeom>
        </p:spPr>
      </p:pic>
      <p:sp>
        <p:nvSpPr>
          <p:cNvPr id="1716635372" name=""/>
          <p:cNvSpPr txBox="1"/>
          <p:nvPr/>
        </p:nvSpPr>
        <p:spPr bwMode="auto">
          <a:xfrm flipH="0" flipV="0">
            <a:off x="137618" y="4732260"/>
            <a:ext cx="696196" cy="305159"/>
          </a:xfrm>
          <a:prstGeom prst="rect">
            <a:avLst/>
          </a:prstGeom>
          <a:noFill/>
        </p:spPr>
        <p:txBody>
          <a:bodyPr vertOverflow="overflow" horzOverflow="overflow" vert="horz" wrap="square" lIns="91440" tIns="45720" rIns="91440" bIns="45720" numCol="1" spcCol="0" rtlCol="0" fromWordArt="0" anchor="t" anchorCtr="0" forceAA="0" upright="0" compatLnSpc="0">
            <a:spAutoFit/>
          </a:bodyPr>
          <a:p>
            <a:pPr>
              <a:defRPr/>
            </a:pPr>
            <a:r>
              <a:rPr/>
              <a:t>18/24</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19.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579367576" name="Google Shape;72;p16"/>
          <p:cNvSpPr txBox="1"/>
          <p:nvPr>
            <p:ph type="title"/>
          </p:nvPr>
        </p:nvSpPr>
        <p:spPr bwMode="auto">
          <a:xfrm>
            <a:off x="311699" y="445024"/>
            <a:ext cx="8520599" cy="572699"/>
          </a:xfrm>
          <a:prstGeom prst="rect">
            <a:avLst/>
          </a:prstGeom>
        </p:spPr>
        <p:txBody>
          <a:bodyPr spcFirstLastPara="1" wrap="square" lIns="91424" tIns="91424" rIns="91424" bIns="91424" anchor="t" anchorCtr="0">
            <a:normAutofit fontScale="90000"/>
          </a:bodyPr>
          <a:lstStyle/>
          <a:p>
            <a:pPr marL="0" lvl="0" indent="0" algn="l">
              <a:spcBef>
                <a:spcPts val="0"/>
              </a:spcBef>
              <a:spcAft>
                <a:spcPts val="0"/>
              </a:spcAft>
              <a:buNone/>
              <a:defRPr/>
            </a:pPr>
            <a:r>
              <a:rPr lang="fr"/>
              <a:t>Partie 2</a:t>
            </a:r>
            <a:endParaRPr/>
          </a:p>
        </p:txBody>
      </p:sp>
      <p:sp>
        <p:nvSpPr>
          <p:cNvPr id="1615756995" name="Google Shape;73;p16"/>
          <p:cNvSpPr txBox="1"/>
          <p:nvPr>
            <p:ph type="body" idx="1"/>
          </p:nvPr>
        </p:nvSpPr>
        <p:spPr bwMode="auto">
          <a:xfrm>
            <a:off x="311699" y="1152474"/>
            <a:ext cx="8520599" cy="3416400"/>
          </a:xfrm>
          <a:prstGeom prst="rect">
            <a:avLst/>
          </a:prstGeom>
        </p:spPr>
        <p:txBody>
          <a:bodyPr spcFirstLastPara="1" wrap="square" lIns="91424" tIns="91424" rIns="91424" bIns="91424" anchor="t" anchorCtr="0">
            <a:normAutofit/>
          </a:bodyPr>
          <a:lstStyle/>
          <a:p>
            <a:pPr marL="1371600" marR="152399" lvl="2" indent="-304799" algn="l">
              <a:spcBef>
                <a:spcPts val="0"/>
              </a:spcBef>
              <a:spcAft>
                <a:spcPts val="0"/>
              </a:spcAft>
              <a:buClr>
                <a:srgbClr val="271A38"/>
              </a:buClr>
              <a:buSzPts val="1200"/>
              <a:buFont typeface="Inter"/>
              <a:buChar char="■"/>
              <a:defRPr/>
            </a:pPr>
            <a:r>
              <a:rPr lang="fr" sz="1200">
                <a:solidFill>
                  <a:srgbClr val="271A38"/>
                </a:solidFill>
                <a:latin typeface="Inter"/>
                <a:ea typeface="Inter"/>
                <a:cs typeface="Inter"/>
              </a:rPr>
              <a:t>les requêtes polars et leurs résultats : </a:t>
            </a:r>
            <a:r>
              <a:rPr lang="fr" sz="1200" b="0" i="0" u="none" strike="noStrike" cap="none" spc="0">
                <a:solidFill>
                  <a:srgbClr val="271A38"/>
                </a:solidFill>
                <a:latin typeface="Inter"/>
                <a:ea typeface="Inter"/>
                <a:cs typeface="Inter"/>
              </a:rPr>
              <a:t>4. Densité de logements par quartier de Paris</a:t>
            </a:r>
            <a:endParaRPr sz="1200">
              <a:solidFill>
                <a:srgbClr val="271A38"/>
              </a:solidFill>
              <a:latin typeface="Inter"/>
              <a:ea typeface="Inter"/>
              <a:cs typeface="Inter"/>
            </a:endParaRPr>
          </a:p>
        </p:txBody>
      </p:sp>
      <p:pic>
        <p:nvPicPr>
          <p:cNvPr id="1426899844" name=""/>
          <p:cNvPicPr>
            <a:picLocks noChangeAspect="1"/>
          </p:cNvPicPr>
          <p:nvPr/>
        </p:nvPicPr>
        <p:blipFill>
          <a:blip r:embed="rId3"/>
          <a:stretch/>
        </p:blipFill>
        <p:spPr bwMode="auto">
          <a:xfrm flipH="0" flipV="0">
            <a:off x="1371675" y="1733700"/>
            <a:ext cx="5950401" cy="3391655"/>
          </a:xfrm>
          <a:prstGeom prst="rect">
            <a:avLst/>
          </a:prstGeom>
        </p:spPr>
      </p:pic>
      <p:sp>
        <p:nvSpPr>
          <p:cNvPr id="1515167766" name=""/>
          <p:cNvSpPr txBox="1"/>
          <p:nvPr/>
        </p:nvSpPr>
        <p:spPr bwMode="auto">
          <a:xfrm flipH="0" flipV="0">
            <a:off x="137618" y="4732260"/>
            <a:ext cx="711315" cy="305159"/>
          </a:xfrm>
          <a:prstGeom prst="rect">
            <a:avLst/>
          </a:prstGeom>
          <a:noFill/>
        </p:spPr>
        <p:txBody>
          <a:bodyPr vertOverflow="overflow" horzOverflow="overflow" vert="horz" wrap="square" lIns="91440" tIns="45720" rIns="91440" bIns="45720" numCol="1" spcCol="0" rtlCol="0" fromWordArt="0" anchor="t" anchorCtr="0" forceAA="0" upright="0" compatLnSpc="0">
            <a:spAutoFit/>
          </a:bodyPr>
          <a:p>
            <a:pPr>
              <a:defRPr/>
            </a:pPr>
            <a:r>
              <a:rPr/>
              <a:t>19/24</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20.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933433324" name="Google Shape;72;p16"/>
          <p:cNvSpPr txBox="1"/>
          <p:nvPr>
            <p:ph type="title"/>
          </p:nvPr>
        </p:nvSpPr>
        <p:spPr bwMode="auto">
          <a:xfrm>
            <a:off x="311699" y="445024"/>
            <a:ext cx="8520599" cy="572699"/>
          </a:xfrm>
          <a:prstGeom prst="rect">
            <a:avLst/>
          </a:prstGeom>
        </p:spPr>
        <p:txBody>
          <a:bodyPr spcFirstLastPara="1" wrap="square" lIns="91424" tIns="91424" rIns="91424" bIns="91424" anchor="t" anchorCtr="0">
            <a:normAutofit fontScale="90000"/>
          </a:bodyPr>
          <a:lstStyle/>
          <a:p>
            <a:pPr marL="0" lvl="0" indent="0" algn="l">
              <a:spcBef>
                <a:spcPts val="0"/>
              </a:spcBef>
              <a:spcAft>
                <a:spcPts val="0"/>
              </a:spcAft>
              <a:buNone/>
              <a:defRPr/>
            </a:pPr>
            <a:r>
              <a:rPr lang="fr"/>
              <a:t>Partie 2</a:t>
            </a:r>
            <a:endParaRPr/>
          </a:p>
        </p:txBody>
      </p:sp>
      <p:sp>
        <p:nvSpPr>
          <p:cNvPr id="1624242278" name="Google Shape;73;p16"/>
          <p:cNvSpPr txBox="1"/>
          <p:nvPr>
            <p:ph type="body" idx="1"/>
          </p:nvPr>
        </p:nvSpPr>
        <p:spPr bwMode="auto">
          <a:xfrm>
            <a:off x="311699" y="1152474"/>
            <a:ext cx="8520599" cy="3416400"/>
          </a:xfrm>
          <a:prstGeom prst="rect">
            <a:avLst/>
          </a:prstGeom>
        </p:spPr>
        <p:txBody>
          <a:bodyPr spcFirstLastPara="1" wrap="square" lIns="91424" tIns="91424" rIns="91424" bIns="91424" anchor="t" anchorCtr="0">
            <a:normAutofit/>
          </a:bodyPr>
          <a:lstStyle/>
          <a:p>
            <a:pPr marL="1371600" marR="152399" lvl="2" indent="-304799" algn="l">
              <a:spcBef>
                <a:spcPts val="0"/>
              </a:spcBef>
              <a:spcAft>
                <a:spcPts val="0"/>
              </a:spcAft>
              <a:buClr>
                <a:srgbClr val="271A38"/>
              </a:buClr>
              <a:buSzPts val="1200"/>
              <a:buFont typeface="Inter"/>
              <a:buChar char="■"/>
              <a:defRPr/>
            </a:pPr>
            <a:r>
              <a:rPr lang="fr" sz="1200">
                <a:solidFill>
                  <a:srgbClr val="271A38"/>
                </a:solidFill>
                <a:latin typeface="Inter"/>
                <a:ea typeface="Inter"/>
                <a:cs typeface="Inter"/>
              </a:rPr>
              <a:t>les requêtes polars et leurs résultats : </a:t>
            </a:r>
            <a:r>
              <a:rPr lang="fr" sz="1200" b="0" i="0" u="none" strike="noStrike" cap="none" spc="0">
                <a:solidFill>
                  <a:srgbClr val="271A38"/>
                </a:solidFill>
                <a:latin typeface="Inter"/>
                <a:ea typeface="Inter"/>
                <a:cs typeface="Inter"/>
              </a:rPr>
              <a:t>5. Quartiers avec le plus fort taux de réservation par mois</a:t>
            </a:r>
            <a:endParaRPr sz="1200">
              <a:solidFill>
                <a:srgbClr val="271A38"/>
              </a:solidFill>
              <a:latin typeface="Inter"/>
              <a:ea typeface="Inter"/>
              <a:cs typeface="Inter"/>
            </a:endParaRPr>
          </a:p>
        </p:txBody>
      </p:sp>
      <p:pic>
        <p:nvPicPr>
          <p:cNvPr id="1853057261" name=""/>
          <p:cNvPicPr>
            <a:picLocks noChangeAspect="1"/>
          </p:cNvPicPr>
          <p:nvPr/>
        </p:nvPicPr>
        <p:blipFill>
          <a:blip r:embed="rId3"/>
          <a:stretch/>
        </p:blipFill>
        <p:spPr bwMode="auto">
          <a:xfrm flipH="0" flipV="0">
            <a:off x="1371675" y="1733700"/>
            <a:ext cx="5950401" cy="3391655"/>
          </a:xfrm>
          <a:prstGeom prst="rect">
            <a:avLst/>
          </a:prstGeom>
        </p:spPr>
      </p:pic>
      <p:sp>
        <p:nvSpPr>
          <p:cNvPr id="2101889273" name=""/>
          <p:cNvSpPr txBox="1"/>
          <p:nvPr/>
        </p:nvSpPr>
        <p:spPr bwMode="auto">
          <a:xfrm flipH="0" flipV="0">
            <a:off x="137619" y="4732260"/>
            <a:ext cx="696196" cy="305159"/>
          </a:xfrm>
          <a:prstGeom prst="rect">
            <a:avLst/>
          </a:prstGeom>
          <a:noFill/>
        </p:spPr>
        <p:txBody>
          <a:bodyPr vertOverflow="overflow" horzOverflow="overflow" vert="horz" wrap="square" lIns="91440" tIns="45720" rIns="91440" bIns="45720" numCol="1" spcCol="0" rtlCol="0" fromWordArt="0" anchor="t" anchorCtr="0" forceAA="0" upright="0" compatLnSpc="0">
            <a:spAutoFit/>
          </a:bodyPr>
          <a:p>
            <a:pPr>
              <a:defRPr/>
            </a:pPr>
            <a:r>
              <a:rPr/>
              <a:t>20/24</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21.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973394487" name="Google Shape;72;p16"/>
          <p:cNvSpPr txBox="1"/>
          <p:nvPr>
            <p:ph type="title"/>
          </p:nvPr>
        </p:nvSpPr>
        <p:spPr bwMode="auto">
          <a:xfrm>
            <a:off x="311699" y="445024"/>
            <a:ext cx="8520599" cy="572699"/>
          </a:xfrm>
          <a:prstGeom prst="rect">
            <a:avLst/>
          </a:prstGeom>
        </p:spPr>
        <p:txBody>
          <a:bodyPr spcFirstLastPara="1" wrap="square" lIns="91423" tIns="91423" rIns="91423" bIns="91423" anchor="t" anchorCtr="0">
            <a:normAutofit fontScale="90000"/>
          </a:bodyPr>
          <a:lstStyle/>
          <a:p>
            <a:pPr marL="0" lvl="0" indent="0" algn="l">
              <a:spcBef>
                <a:spcPts val="0"/>
              </a:spcBef>
              <a:spcAft>
                <a:spcPts val="0"/>
              </a:spcAft>
              <a:buNone/>
              <a:defRPr/>
            </a:pPr>
            <a:r>
              <a:rPr lang="fr"/>
              <a:t>Partie 2</a:t>
            </a:r>
            <a:endParaRPr/>
          </a:p>
        </p:txBody>
      </p:sp>
      <p:sp>
        <p:nvSpPr>
          <p:cNvPr id="141000147" name=""/>
          <p:cNvSpPr txBox="1"/>
          <p:nvPr/>
        </p:nvSpPr>
        <p:spPr bwMode="auto">
          <a:xfrm flipH="0" flipV="0">
            <a:off x="56259" y="896770"/>
            <a:ext cx="9032559" cy="1371960"/>
          </a:xfrm>
          <a:prstGeom prst="rect">
            <a:avLst/>
          </a:prstGeom>
          <a:noFill/>
        </p:spPr>
        <p:txBody>
          <a:bodyPr vertOverflow="overflow" horzOverflow="overflow" vert="horz" wrap="square" lIns="91440" tIns="45720" rIns="91440" bIns="45720" numCol="1" spcCol="0" rtlCol="0" fromWordArt="0" anchor="t" anchorCtr="0" forceAA="0" upright="0" compatLnSpc="0">
            <a:spAutoFit/>
          </a:bodyPr>
          <a:p>
            <a:pPr>
              <a:defRPr/>
            </a:pPr>
            <a:r>
              <a:rPr lang="fr" sz="1400" b="0" i="0" u="none" strike="noStrike" cap="none" spc="0">
                <a:solidFill>
                  <a:srgbClr val="271A38"/>
                </a:solidFill>
                <a:latin typeface="Inter"/>
                <a:ea typeface="Inter"/>
                <a:cs typeface="Inter"/>
              </a:rPr>
              <a:t>La démarche suivie pour mettre la base de données MongoDB à disposition d’un outil de business intelligence incluant des captures d’écran du tableau de bord et du processus. </a:t>
            </a:r>
            <a:endParaRPr lang="fr" sz="1400" b="0" i="0" u="none" strike="noStrike" cap="none" spc="0">
              <a:solidFill>
                <a:srgbClr val="271A38"/>
              </a:solidFill>
              <a:latin typeface="Times New Roman"/>
              <a:cs typeface="Times New Roman"/>
            </a:endParaRPr>
          </a:p>
          <a:p>
            <a:pPr>
              <a:defRPr/>
            </a:pPr>
            <a:r>
              <a:rPr lang="fr" sz="1400" b="0" i="0" u="none" strike="noStrike" cap="none" spc="0">
                <a:solidFill>
                  <a:srgbClr val="271A38"/>
                </a:solidFill>
                <a:latin typeface="Inter"/>
                <a:ea typeface="Inter"/>
                <a:cs typeface="Inter"/>
              </a:rPr>
              <a:t>Pour ce faire, je suis passé directement par Airbyte pour connecter ma base mongodb à mon outil de visualisation de données Apache Superset.</a:t>
            </a:r>
            <a:endParaRPr lang="fr" sz="1400" b="0" i="0" u="none" strike="noStrike" cap="none" spc="0">
              <a:solidFill>
                <a:srgbClr val="271A38"/>
              </a:solidFill>
              <a:latin typeface="Times New Roman"/>
              <a:cs typeface="Times New Roman"/>
            </a:endParaRPr>
          </a:p>
          <a:p>
            <a:pPr>
              <a:defRPr/>
            </a:pPr>
            <a:r>
              <a:rPr lang="fr" sz="1400" b="0" i="0" u="none" strike="noStrike" cap="none" spc="0">
                <a:solidFill>
                  <a:srgbClr val="271A38"/>
                </a:solidFill>
                <a:latin typeface="Inter"/>
                <a:ea typeface="Inter"/>
                <a:cs typeface="Inter"/>
              </a:rPr>
              <a:t>La spécifité de ce processus est que le connecteur mongodb natif d’airbyte demande une base de données en replicaSet pour fonctionner.</a:t>
            </a:r>
            <a:endParaRPr lang="fr" sz="1400" b="0" i="0" u="none" strike="noStrike" cap="none" spc="0">
              <a:solidFill>
                <a:srgbClr val="271A38"/>
              </a:solidFill>
              <a:latin typeface="Times New Roman"/>
              <a:cs typeface="Times New Roman"/>
            </a:endParaRPr>
          </a:p>
        </p:txBody>
      </p:sp>
      <p:pic>
        <p:nvPicPr>
          <p:cNvPr id="575260713" name=""/>
          <p:cNvPicPr>
            <a:picLocks noChangeAspect="1"/>
          </p:cNvPicPr>
          <p:nvPr/>
        </p:nvPicPr>
        <p:blipFill>
          <a:blip r:embed="rId3"/>
          <a:stretch/>
        </p:blipFill>
        <p:spPr bwMode="auto">
          <a:xfrm flipH="0" flipV="0">
            <a:off x="2381023" y="1983316"/>
            <a:ext cx="5497548" cy="3156158"/>
          </a:xfrm>
          <a:prstGeom prst="rect">
            <a:avLst/>
          </a:prstGeom>
        </p:spPr>
      </p:pic>
      <p:sp>
        <p:nvSpPr>
          <p:cNvPr id="949190257" name=""/>
          <p:cNvSpPr txBox="1"/>
          <p:nvPr/>
        </p:nvSpPr>
        <p:spPr bwMode="auto">
          <a:xfrm flipH="0" flipV="0">
            <a:off x="137618" y="4732260"/>
            <a:ext cx="696196" cy="305159"/>
          </a:xfrm>
          <a:prstGeom prst="rect">
            <a:avLst/>
          </a:prstGeom>
          <a:noFill/>
        </p:spPr>
        <p:txBody>
          <a:bodyPr vertOverflow="overflow" horzOverflow="overflow" vert="horz" wrap="square" lIns="91440" tIns="45720" rIns="91440" bIns="45720" numCol="1" spcCol="0" rtlCol="0" fromWordArt="0" anchor="t" anchorCtr="0" forceAA="0" upright="0" compatLnSpc="0">
            <a:spAutoFit/>
          </a:bodyPr>
          <a:p>
            <a:pPr>
              <a:defRPr/>
            </a:pPr>
            <a:r>
              <a:rPr/>
              <a:t>21/24</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22.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220628236" name="Google Shape;78;p17"/>
          <p:cNvSpPr txBox="1"/>
          <p:nvPr>
            <p:ph type="title"/>
          </p:nvPr>
        </p:nvSpPr>
        <p:spPr bwMode="auto">
          <a:xfrm>
            <a:off x="311699" y="445024"/>
            <a:ext cx="8520599" cy="572699"/>
          </a:xfrm>
          <a:prstGeom prst="rect">
            <a:avLst/>
          </a:prstGeom>
        </p:spPr>
        <p:txBody>
          <a:bodyPr spcFirstLastPara="1" wrap="square" lIns="91424" tIns="91424" rIns="91424" bIns="91424" anchor="t" anchorCtr="0">
            <a:normAutofit fontScale="90000"/>
          </a:bodyPr>
          <a:lstStyle/>
          <a:p>
            <a:pPr marL="0" lvl="0" indent="0" algn="l">
              <a:spcBef>
                <a:spcPts val="0"/>
              </a:spcBef>
              <a:spcAft>
                <a:spcPts val="0"/>
              </a:spcAft>
              <a:buNone/>
              <a:defRPr/>
            </a:pPr>
            <a:r>
              <a:rPr lang="fr"/>
              <a:t>Partie 2</a:t>
            </a:r>
            <a:endParaRPr/>
          </a:p>
        </p:txBody>
      </p:sp>
      <p:sp>
        <p:nvSpPr>
          <p:cNvPr id="886420675" name="Google Shape;79;p17"/>
          <p:cNvSpPr txBox="1"/>
          <p:nvPr>
            <p:ph type="body" idx="1"/>
          </p:nvPr>
        </p:nvSpPr>
        <p:spPr bwMode="auto">
          <a:xfrm flipH="0" flipV="0">
            <a:off x="311699" y="1152474"/>
            <a:ext cx="2672095" cy="3416400"/>
          </a:xfrm>
          <a:prstGeom prst="rect">
            <a:avLst/>
          </a:prstGeom>
        </p:spPr>
        <p:txBody>
          <a:bodyPr spcFirstLastPara="1" wrap="square" lIns="91424" tIns="91424" rIns="91424" bIns="91424" anchor="t" anchorCtr="0">
            <a:normAutofit/>
          </a:bodyPr>
          <a:lstStyle/>
          <a:p>
            <a:pPr marL="114299" lvl="0" indent="0" algn="l">
              <a:spcBef>
                <a:spcPts val="0"/>
              </a:spcBef>
              <a:spcAft>
                <a:spcPts val="0"/>
              </a:spcAft>
              <a:buClr>
                <a:schemeClr val="dk1"/>
              </a:buClr>
              <a:buSzPts val="1100"/>
              <a:buFont typeface="Arial"/>
              <a:buNone/>
              <a:defRPr/>
            </a:pPr>
            <a:r>
              <a:rPr lang="fr" sz="1200" b="0" i="0" u="none" strike="noStrike" cap="none" spc="0">
                <a:solidFill>
                  <a:srgbClr val="271A38"/>
                </a:solidFill>
                <a:latin typeface="Inter"/>
                <a:ea typeface="Inter"/>
                <a:cs typeface="Inter"/>
              </a:rPr>
              <a:t>La démarche suivie pour mettre la base de données MongoDB à disposition d’un outil de business intelligence incluant des captures d’écran du tableau de bord et du processus. (Dashboard)</a:t>
            </a:r>
            <a:endParaRPr sz="1200">
              <a:solidFill>
                <a:srgbClr val="271A38"/>
              </a:solidFill>
              <a:latin typeface="Inter"/>
              <a:ea typeface="Inter"/>
              <a:cs typeface="Inter"/>
            </a:endParaRPr>
          </a:p>
          <a:p>
            <a:pPr marL="152398" marR="152399" lvl="0" indent="0" algn="l">
              <a:spcBef>
                <a:spcPts val="0"/>
              </a:spcBef>
              <a:spcAft>
                <a:spcPts val="0"/>
              </a:spcAft>
              <a:buClr>
                <a:srgbClr val="271A38"/>
              </a:buClr>
              <a:buSzPts val="1200"/>
              <a:buFont typeface="Inter"/>
              <a:buNone/>
              <a:defRPr/>
            </a:pPr>
            <a:endParaRPr sz="1200">
              <a:solidFill>
                <a:srgbClr val="271A38"/>
              </a:solidFill>
              <a:latin typeface="Inter"/>
              <a:ea typeface="Inter"/>
              <a:cs typeface="Inter"/>
            </a:endParaRPr>
          </a:p>
          <a:p>
            <a:pPr marL="0" marR="152399" lvl="0" indent="0" algn="l">
              <a:spcBef>
                <a:spcPts val="0"/>
              </a:spcBef>
              <a:spcAft>
                <a:spcPts val="0"/>
              </a:spcAft>
              <a:buNone/>
              <a:defRPr/>
            </a:pPr>
            <a:endParaRPr sz="1200">
              <a:solidFill>
                <a:srgbClr val="271A38"/>
              </a:solidFill>
              <a:latin typeface="Inter"/>
              <a:ea typeface="Inter"/>
              <a:cs typeface="Inter"/>
            </a:endParaRPr>
          </a:p>
          <a:p>
            <a:pPr marL="0" marR="152399" lvl="0" indent="0" algn="l">
              <a:spcBef>
                <a:spcPts val="0"/>
              </a:spcBef>
              <a:spcAft>
                <a:spcPts val="0"/>
              </a:spcAft>
              <a:buNone/>
              <a:defRPr/>
            </a:pPr>
            <a:endParaRPr sz="1200">
              <a:solidFill>
                <a:srgbClr val="271A38"/>
              </a:solidFill>
              <a:latin typeface="Inter"/>
              <a:ea typeface="Inter"/>
              <a:cs typeface="Inter"/>
            </a:endParaRPr>
          </a:p>
        </p:txBody>
      </p:sp>
      <p:pic>
        <p:nvPicPr>
          <p:cNvPr id="806028284" name=""/>
          <p:cNvPicPr>
            <a:picLocks noChangeAspect="1"/>
          </p:cNvPicPr>
          <p:nvPr/>
        </p:nvPicPr>
        <p:blipFill>
          <a:blip r:embed="rId3"/>
          <a:stretch/>
        </p:blipFill>
        <p:spPr bwMode="auto">
          <a:xfrm>
            <a:off x="2983795" y="0"/>
            <a:ext cx="6169980" cy="5143500"/>
          </a:xfrm>
          <a:prstGeom prst="rect">
            <a:avLst/>
          </a:prstGeom>
        </p:spPr>
      </p:pic>
      <p:sp>
        <p:nvSpPr>
          <p:cNvPr id="279526499" name=""/>
          <p:cNvSpPr txBox="1"/>
          <p:nvPr/>
        </p:nvSpPr>
        <p:spPr bwMode="auto">
          <a:xfrm flipH="0" flipV="0">
            <a:off x="137618" y="4732260"/>
            <a:ext cx="696196" cy="305159"/>
          </a:xfrm>
          <a:prstGeom prst="rect">
            <a:avLst/>
          </a:prstGeom>
          <a:noFill/>
        </p:spPr>
        <p:txBody>
          <a:bodyPr vertOverflow="overflow" horzOverflow="overflow" vert="horz" wrap="square" lIns="91440" tIns="45720" rIns="91440" bIns="45720" numCol="1" spcCol="0" rtlCol="0" fromWordArt="0" anchor="t" anchorCtr="0" forceAA="0" upright="0" compatLnSpc="0">
            <a:spAutoFit/>
          </a:bodyPr>
          <a:p>
            <a:pPr>
              <a:defRPr/>
            </a:pPr>
            <a:r>
              <a:rPr/>
              <a:t>22/24</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23.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597675648" name="Google Shape;72;p16"/>
          <p:cNvSpPr txBox="1"/>
          <p:nvPr>
            <p:ph type="title"/>
          </p:nvPr>
        </p:nvSpPr>
        <p:spPr bwMode="auto">
          <a:xfrm>
            <a:off x="311698" y="445023"/>
            <a:ext cx="8520598" cy="572698"/>
          </a:xfrm>
          <a:prstGeom prst="rect">
            <a:avLst/>
          </a:prstGeom>
        </p:spPr>
        <p:txBody>
          <a:bodyPr spcFirstLastPara="1" wrap="square" lIns="91422" tIns="91422" rIns="91422" bIns="91422" anchor="t" anchorCtr="0">
            <a:normAutofit fontScale="90000"/>
          </a:bodyPr>
          <a:lstStyle/>
          <a:p>
            <a:pPr marL="0" lvl="0" indent="0" algn="l">
              <a:spcBef>
                <a:spcPts val="0"/>
              </a:spcBef>
              <a:spcAft>
                <a:spcPts val="0"/>
              </a:spcAft>
              <a:buNone/>
              <a:defRPr/>
            </a:pPr>
            <a:r>
              <a:rPr lang="fr"/>
              <a:t>Partie 2</a:t>
            </a:r>
            <a:endParaRPr/>
          </a:p>
        </p:txBody>
      </p:sp>
      <p:pic>
        <p:nvPicPr>
          <p:cNvPr id="431202304" name=""/>
          <p:cNvPicPr>
            <a:picLocks noChangeAspect="1"/>
          </p:cNvPicPr>
          <p:nvPr/>
        </p:nvPicPr>
        <p:blipFill>
          <a:blip r:embed="rId3"/>
          <a:stretch/>
        </p:blipFill>
        <p:spPr bwMode="auto">
          <a:xfrm>
            <a:off x="3658204" y="731373"/>
            <a:ext cx="5486400" cy="4391024"/>
          </a:xfrm>
          <a:prstGeom prst="rect">
            <a:avLst/>
          </a:prstGeom>
        </p:spPr>
      </p:pic>
      <p:sp>
        <p:nvSpPr>
          <p:cNvPr id="1673880092" name=""/>
          <p:cNvSpPr txBox="1"/>
          <p:nvPr/>
        </p:nvSpPr>
        <p:spPr bwMode="auto">
          <a:xfrm flipH="0" flipV="0">
            <a:off x="152737" y="997857"/>
            <a:ext cx="3352472" cy="2652120"/>
          </a:xfrm>
          <a:prstGeom prst="rect">
            <a:avLst/>
          </a:prstGeom>
          <a:noFill/>
        </p:spPr>
        <p:txBody>
          <a:bodyPr vertOverflow="overflow" horzOverflow="overflow" vert="horz" wrap="square" lIns="91440" tIns="45720" rIns="91440" bIns="45720" numCol="1" spcCol="0" rtlCol="0" fromWordArt="0" anchor="t" anchorCtr="0" forceAA="0" upright="0" compatLnSpc="0">
            <a:spAutoFit/>
          </a:bodyPr>
          <a:p>
            <a:pPr>
              <a:defRPr/>
            </a:pPr>
            <a:r>
              <a:rPr lang="fr" sz="1400" b="0" i="0" u="none" strike="noStrike" cap="none" spc="0">
                <a:solidFill>
                  <a:srgbClr val="271A38"/>
                </a:solidFill>
                <a:latin typeface="Inter"/>
                <a:ea typeface="Inter"/>
                <a:cs typeface="Inter"/>
              </a:rPr>
              <a:t>Schéma d’architecture de la base de données incluant la connexion à un outil de business intelligence.</a:t>
            </a:r>
            <a:endParaRPr lang="fr" sz="1400" b="0" i="0" u="none" strike="noStrike" cap="none" spc="0">
              <a:solidFill>
                <a:srgbClr val="271A38"/>
              </a:solidFill>
              <a:latin typeface="Times New Roman"/>
              <a:cs typeface="Times New Roman"/>
            </a:endParaRPr>
          </a:p>
          <a:p>
            <a:pPr>
              <a:defRPr/>
            </a:pPr>
            <a:endParaRPr lang="fr" sz="1400" b="0" i="0" u="none" strike="noStrike" cap="none" spc="0">
              <a:solidFill>
                <a:srgbClr val="271A38"/>
              </a:solidFill>
              <a:latin typeface="Times New Roman"/>
              <a:cs typeface="Times New Roman"/>
            </a:endParaRPr>
          </a:p>
          <a:p>
            <a:pPr>
              <a:defRPr/>
            </a:pPr>
            <a:r>
              <a:rPr lang="fr" sz="1400" b="0" i="0" u="none" strike="noStrike" cap="none" spc="0">
                <a:solidFill>
                  <a:srgbClr val="271A38"/>
                </a:solidFill>
                <a:latin typeface="Inter"/>
                <a:ea typeface="Inter"/>
                <a:cs typeface="Inter"/>
              </a:rPr>
              <a:t>(Schéma complet du processus)</a:t>
            </a:r>
            <a:endParaRPr lang="fr" sz="1400" b="0" i="0" u="none" strike="noStrike" cap="none" spc="0">
              <a:solidFill>
                <a:srgbClr val="271A38"/>
              </a:solidFill>
              <a:latin typeface="Times New Roman"/>
              <a:cs typeface="Times New Roman"/>
            </a:endParaRPr>
          </a:p>
          <a:p>
            <a:pPr>
              <a:defRPr/>
            </a:pPr>
            <a:endParaRPr/>
          </a:p>
          <a:p>
            <a:pPr>
              <a:defRPr/>
            </a:pPr>
            <a:r>
              <a:rPr lang="fr" sz="1400" b="0" i="0" u="none" strike="noStrike" cap="none" spc="0">
                <a:solidFill>
                  <a:srgbClr val="271A38"/>
                </a:solidFill>
                <a:latin typeface="Inter"/>
                <a:ea typeface="Inter"/>
                <a:cs typeface="Inter"/>
              </a:rPr>
              <a:t>Technologies utilisées :</a:t>
            </a:r>
            <a:endParaRPr lang="fr" sz="1400" b="0" i="0" u="none" strike="noStrike" cap="none" spc="0">
              <a:solidFill>
                <a:srgbClr val="271A38"/>
              </a:solidFill>
              <a:latin typeface="Times New Roman"/>
              <a:cs typeface="Times New Roman"/>
            </a:endParaRPr>
          </a:p>
          <a:p>
            <a:pPr marL="239821" indent="-239821">
              <a:buFont typeface="Arial"/>
              <a:buChar char="–"/>
              <a:defRPr/>
            </a:pPr>
            <a:r>
              <a:rPr lang="fr" sz="1400" b="0" i="0" u="none" strike="noStrike" cap="none" spc="0">
                <a:solidFill>
                  <a:srgbClr val="271A38"/>
                </a:solidFill>
                <a:latin typeface="Inter"/>
                <a:ea typeface="Inter"/>
                <a:cs typeface="Inter"/>
              </a:rPr>
              <a:t>CSV</a:t>
            </a:r>
            <a:endParaRPr lang="fr" sz="1400" b="0" i="0" u="none" strike="noStrike" cap="none" spc="0">
              <a:solidFill>
                <a:srgbClr val="271A38"/>
              </a:solidFill>
              <a:latin typeface="Times New Roman"/>
              <a:cs typeface="Times New Roman"/>
            </a:endParaRPr>
          </a:p>
          <a:p>
            <a:pPr marL="239821" indent="-239821">
              <a:buFont typeface="Arial"/>
              <a:buChar char="–"/>
              <a:defRPr/>
            </a:pPr>
            <a:r>
              <a:rPr lang="fr" sz="1400" b="0" i="0" u="none" strike="noStrike" cap="none" spc="0">
                <a:solidFill>
                  <a:srgbClr val="271A38"/>
                </a:solidFill>
                <a:latin typeface="Inter"/>
                <a:ea typeface="Inter"/>
                <a:cs typeface="Inter"/>
              </a:rPr>
              <a:t>MongoDB</a:t>
            </a:r>
            <a:endParaRPr lang="fr" sz="1400" b="0" i="0" u="none" strike="noStrike" cap="none" spc="0">
              <a:solidFill>
                <a:srgbClr val="271A38"/>
              </a:solidFill>
              <a:latin typeface="Times New Roman"/>
              <a:cs typeface="Times New Roman"/>
            </a:endParaRPr>
          </a:p>
          <a:p>
            <a:pPr marL="239821" indent="-239821">
              <a:buFont typeface="Arial"/>
              <a:buChar char="–"/>
              <a:defRPr/>
            </a:pPr>
            <a:r>
              <a:rPr lang="fr" sz="1400" b="0" i="0" u="none" strike="noStrike" cap="none" spc="0">
                <a:solidFill>
                  <a:srgbClr val="271A38"/>
                </a:solidFill>
                <a:latin typeface="Inter"/>
                <a:ea typeface="Inter"/>
                <a:cs typeface="Inter"/>
              </a:rPr>
              <a:t>Docker</a:t>
            </a:r>
            <a:endParaRPr lang="fr" sz="1400" b="0" i="0" u="none" strike="noStrike" cap="none" spc="0">
              <a:solidFill>
                <a:srgbClr val="271A38"/>
              </a:solidFill>
              <a:latin typeface="Times New Roman"/>
              <a:cs typeface="Times New Roman"/>
            </a:endParaRPr>
          </a:p>
          <a:p>
            <a:pPr marL="239821" indent="-239821">
              <a:buFont typeface="Arial"/>
              <a:buChar char="–"/>
              <a:defRPr/>
            </a:pPr>
            <a:r>
              <a:rPr lang="fr" sz="1400" b="0" i="0" u="none" strike="noStrike" cap="none" spc="0">
                <a:solidFill>
                  <a:srgbClr val="271A38"/>
                </a:solidFill>
                <a:latin typeface="Inter"/>
                <a:ea typeface="Inter"/>
                <a:cs typeface="Inter"/>
              </a:rPr>
              <a:t>Apache Superset</a:t>
            </a:r>
            <a:endParaRPr lang="fr" sz="1400" b="0" i="0" u="none" strike="noStrike" cap="none" spc="0">
              <a:solidFill>
                <a:srgbClr val="271A38"/>
              </a:solidFill>
              <a:latin typeface="Times New Roman"/>
              <a:cs typeface="Times New Roman"/>
            </a:endParaRPr>
          </a:p>
          <a:p>
            <a:pPr marL="239821" indent="-239821">
              <a:buFont typeface="Arial"/>
              <a:buChar char="–"/>
              <a:defRPr/>
            </a:pPr>
            <a:r>
              <a:rPr lang="fr" sz="1400" b="0" i="0" u="none" strike="noStrike" cap="none" spc="0">
                <a:solidFill>
                  <a:srgbClr val="271A38"/>
                </a:solidFill>
                <a:latin typeface="Inter"/>
                <a:ea typeface="Inter"/>
                <a:cs typeface="Inter"/>
              </a:rPr>
              <a:t>Airbyte</a:t>
            </a:r>
            <a:endParaRPr lang="fr" sz="1400" b="0" i="0" u="none" strike="noStrike" cap="none" spc="0">
              <a:solidFill>
                <a:srgbClr val="271A38"/>
              </a:solidFill>
              <a:latin typeface="Times New Roman"/>
              <a:cs typeface="Times New Roman"/>
            </a:endParaRPr>
          </a:p>
        </p:txBody>
      </p:sp>
      <p:sp>
        <p:nvSpPr>
          <p:cNvPr id="525096747" name=""/>
          <p:cNvSpPr txBox="1"/>
          <p:nvPr/>
        </p:nvSpPr>
        <p:spPr bwMode="auto">
          <a:xfrm flipH="0" flipV="0">
            <a:off x="6049166" y="2298094"/>
            <a:ext cx="784391" cy="305159"/>
          </a:xfrm>
          <a:prstGeom prst="rect">
            <a:avLst/>
          </a:prstGeom>
          <a:noFill/>
        </p:spPr>
        <p:txBody>
          <a:bodyPr vertOverflow="overflow" horzOverflow="overflow" vert="horz" wrap="square" lIns="91440" tIns="45720" rIns="91440" bIns="45720" numCol="1" spcCol="0" rtlCol="0" fromWordArt="0" anchor="t" anchorCtr="0" forceAA="0" upright="0" compatLnSpc="0">
            <a:spAutoFit/>
          </a:bodyPr>
          <a:p>
            <a:pPr>
              <a:defRPr/>
            </a:pPr>
            <a:r>
              <a:rPr/>
              <a:t>Docker</a:t>
            </a:r>
            <a:endParaRPr/>
          </a:p>
        </p:txBody>
      </p:sp>
      <p:sp>
        <p:nvSpPr>
          <p:cNvPr id="1312031063" name=""/>
          <p:cNvSpPr txBox="1"/>
          <p:nvPr/>
        </p:nvSpPr>
        <p:spPr bwMode="auto">
          <a:xfrm flipH="0" flipV="0">
            <a:off x="5393827" y="3825118"/>
            <a:ext cx="1047534" cy="518519"/>
          </a:xfrm>
          <a:prstGeom prst="rect">
            <a:avLst/>
          </a:prstGeom>
          <a:noFill/>
        </p:spPr>
        <p:txBody>
          <a:bodyPr vertOverflow="overflow" horzOverflow="overflow" vert="horz" wrap="square" lIns="91440" tIns="45720" rIns="91440" bIns="45720" numCol="1" spcCol="0" rtlCol="0" fromWordArt="0" anchor="t" anchorCtr="0" forceAA="0" upright="0" compatLnSpc="0">
            <a:spAutoFit/>
          </a:bodyPr>
          <a:p>
            <a:pPr>
              <a:defRPr/>
            </a:pPr>
            <a:r>
              <a:rPr/>
              <a:t>Flux Airbyte</a:t>
            </a:r>
            <a:endParaRPr/>
          </a:p>
        </p:txBody>
      </p:sp>
      <p:sp>
        <p:nvSpPr>
          <p:cNvPr id="2087170086" name=""/>
          <p:cNvSpPr txBox="1"/>
          <p:nvPr/>
        </p:nvSpPr>
        <p:spPr bwMode="auto">
          <a:xfrm flipH="0" flipV="0">
            <a:off x="137618" y="4732260"/>
            <a:ext cx="681077" cy="305159"/>
          </a:xfrm>
          <a:prstGeom prst="rect">
            <a:avLst/>
          </a:prstGeom>
          <a:noFill/>
        </p:spPr>
        <p:txBody>
          <a:bodyPr vertOverflow="overflow" horzOverflow="overflow" vert="horz" wrap="square" lIns="91440" tIns="45720" rIns="91440" bIns="45720" numCol="1" spcCol="0" rtlCol="0" fromWordArt="0" anchor="t" anchorCtr="0" forceAA="0" upright="0" compatLnSpc="0">
            <a:spAutoFit/>
          </a:bodyPr>
          <a:p>
            <a:pPr>
              <a:defRPr/>
            </a:pPr>
            <a:r>
              <a:rPr/>
              <a:t>23/24</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24.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002775766" name="Google Shape;78;p17"/>
          <p:cNvSpPr txBox="1"/>
          <p:nvPr>
            <p:ph type="title"/>
          </p:nvPr>
        </p:nvSpPr>
        <p:spPr bwMode="auto">
          <a:xfrm>
            <a:off x="311699" y="445024"/>
            <a:ext cx="8520599" cy="572699"/>
          </a:xfrm>
          <a:prstGeom prst="rect">
            <a:avLst/>
          </a:prstGeom>
        </p:spPr>
        <p:txBody>
          <a:bodyPr spcFirstLastPara="1" wrap="square" lIns="91423" tIns="91423" rIns="91423" bIns="91423" anchor="t" anchorCtr="0">
            <a:normAutofit fontScale="90000"/>
          </a:bodyPr>
          <a:lstStyle/>
          <a:p>
            <a:pPr marL="0" lvl="0" indent="0" algn="l">
              <a:spcBef>
                <a:spcPts val="0"/>
              </a:spcBef>
              <a:spcAft>
                <a:spcPts val="0"/>
              </a:spcAft>
              <a:buNone/>
              <a:defRPr/>
            </a:pPr>
            <a:r>
              <a:rPr lang="fr"/>
              <a:t>Partie 3</a:t>
            </a:r>
            <a:endParaRPr/>
          </a:p>
        </p:txBody>
      </p:sp>
      <p:sp>
        <p:nvSpPr>
          <p:cNvPr id="640092180" name="Google Shape;79;p17"/>
          <p:cNvSpPr txBox="1"/>
          <p:nvPr>
            <p:ph type="body" idx="1"/>
          </p:nvPr>
        </p:nvSpPr>
        <p:spPr bwMode="auto">
          <a:xfrm flipH="0" flipV="0">
            <a:off x="311698" y="1152472"/>
            <a:ext cx="3805662" cy="3416400"/>
          </a:xfrm>
          <a:prstGeom prst="rect">
            <a:avLst/>
          </a:prstGeom>
        </p:spPr>
        <p:txBody>
          <a:bodyPr spcFirstLastPara="1" wrap="square" lIns="91422" tIns="91422" rIns="91422" bIns="91422" anchor="t" anchorCtr="0">
            <a:normAutofit/>
          </a:bodyPr>
          <a:lstStyle/>
          <a:p>
            <a:pPr marL="0" marR="152399" lvl="0" indent="0" algn="l">
              <a:spcBef>
                <a:spcPts val="0"/>
              </a:spcBef>
              <a:spcAft>
                <a:spcPts val="0"/>
              </a:spcAft>
              <a:buNone/>
              <a:defRPr/>
            </a:pPr>
            <a:r>
              <a:rPr lang="fr" sz="1200">
                <a:solidFill>
                  <a:srgbClr val="271A38"/>
                </a:solidFill>
                <a:latin typeface="Inter"/>
                <a:ea typeface="Inter"/>
                <a:cs typeface="Inter"/>
              </a:rPr>
              <a:t>Description de la logique et du processus suivi sous forme de tableau pour répliquer et distribuer les données via sharding.</a:t>
            </a:r>
            <a:endParaRPr lang="fr" sz="1200">
              <a:solidFill>
                <a:srgbClr val="271A38"/>
              </a:solidFill>
              <a:latin typeface="Inter"/>
              <a:ea typeface="Inter"/>
              <a:cs typeface="Inter"/>
            </a:endParaRPr>
          </a:p>
          <a:p>
            <a:pPr marL="0" marR="152398" lvl="0" indent="0" algn="l">
              <a:spcBef>
                <a:spcPts val="0"/>
              </a:spcBef>
              <a:spcAft>
                <a:spcPts val="0"/>
              </a:spcAft>
              <a:buNone/>
              <a:defRPr/>
            </a:pPr>
            <a:endParaRPr lang="fr" sz="1200">
              <a:solidFill>
                <a:srgbClr val="271A38"/>
              </a:solidFill>
              <a:latin typeface="Inter"/>
              <a:ea typeface="Inter"/>
              <a:cs typeface="Inter"/>
            </a:endParaRPr>
          </a:p>
          <a:p>
            <a:pPr marL="0" marR="152398" lvl="0" indent="0" algn="l">
              <a:spcBef>
                <a:spcPts val="0"/>
              </a:spcBef>
              <a:spcAft>
                <a:spcPts val="0"/>
              </a:spcAft>
              <a:buNone/>
              <a:defRPr/>
            </a:pPr>
            <a:r>
              <a:rPr lang="fr" sz="1200">
                <a:solidFill>
                  <a:srgbClr val="271A38"/>
                </a:solidFill>
                <a:latin typeface="Inter"/>
                <a:ea typeface="Inter"/>
                <a:cs typeface="Inter"/>
              </a:rPr>
              <a:t>Le sharding est un processus permettant de partitionner un ensemble de données.</a:t>
            </a:r>
            <a:endParaRPr lang="fr" sz="1200">
              <a:solidFill>
                <a:srgbClr val="271A38"/>
              </a:solidFill>
              <a:latin typeface="Inter"/>
              <a:ea typeface="Inter"/>
              <a:cs typeface="Inter"/>
            </a:endParaRPr>
          </a:p>
          <a:p>
            <a:pPr marL="0" marR="152398" lvl="0" indent="0" algn="l">
              <a:spcBef>
                <a:spcPts val="0"/>
              </a:spcBef>
              <a:spcAft>
                <a:spcPts val="0"/>
              </a:spcAft>
              <a:buNone/>
              <a:defRPr/>
            </a:pPr>
            <a:endParaRPr lang="fr" sz="1200">
              <a:solidFill>
                <a:srgbClr val="271A38"/>
              </a:solidFill>
              <a:latin typeface="Inter"/>
              <a:ea typeface="Inter"/>
              <a:cs typeface="Inter"/>
            </a:endParaRPr>
          </a:p>
          <a:p>
            <a:pPr marL="0" marR="152398" lvl="0" indent="0" algn="l">
              <a:spcBef>
                <a:spcPts val="0"/>
              </a:spcBef>
              <a:spcAft>
                <a:spcPts val="0"/>
              </a:spcAft>
              <a:buNone/>
              <a:defRPr/>
            </a:pPr>
            <a:r>
              <a:rPr lang="fr" sz="1200">
                <a:solidFill>
                  <a:srgbClr val="271A38"/>
                </a:solidFill>
                <a:latin typeface="Inter"/>
                <a:ea typeface="Inter"/>
                <a:cs typeface="Inter"/>
              </a:rPr>
              <a:t>Voici le schéma du processus</a:t>
            </a:r>
            <a:endParaRPr lang="fr" sz="1200">
              <a:solidFill>
                <a:srgbClr val="271A38"/>
              </a:solidFill>
              <a:latin typeface="Inter"/>
              <a:ea typeface="Inter"/>
              <a:cs typeface="Inter"/>
            </a:endParaRPr>
          </a:p>
          <a:p>
            <a:pPr marL="0" marR="152399" lvl="0" indent="0" algn="l">
              <a:spcBef>
                <a:spcPts val="0"/>
              </a:spcBef>
              <a:spcAft>
                <a:spcPts val="0"/>
              </a:spcAft>
              <a:buNone/>
              <a:defRPr/>
            </a:pPr>
            <a:endParaRPr sz="1200">
              <a:solidFill>
                <a:srgbClr val="271A38"/>
              </a:solidFill>
              <a:latin typeface="Inter"/>
              <a:ea typeface="Inter"/>
              <a:cs typeface="Inter"/>
            </a:endParaRPr>
          </a:p>
        </p:txBody>
      </p:sp>
      <p:pic>
        <p:nvPicPr>
          <p:cNvPr id="1252750277" name=""/>
          <p:cNvPicPr>
            <a:picLocks noChangeAspect="1"/>
          </p:cNvPicPr>
          <p:nvPr/>
        </p:nvPicPr>
        <p:blipFill>
          <a:blip r:embed="rId3"/>
          <a:stretch/>
        </p:blipFill>
        <p:spPr bwMode="auto">
          <a:xfrm>
            <a:off x="4117361" y="0"/>
            <a:ext cx="5021657" cy="5143500"/>
          </a:xfrm>
          <a:prstGeom prst="rect">
            <a:avLst/>
          </a:prstGeom>
        </p:spPr>
      </p:pic>
      <p:sp>
        <p:nvSpPr>
          <p:cNvPr id="890019947" name=""/>
          <p:cNvSpPr txBox="1"/>
          <p:nvPr/>
        </p:nvSpPr>
        <p:spPr bwMode="auto">
          <a:xfrm flipH="0" flipV="0">
            <a:off x="137618" y="4732260"/>
            <a:ext cx="726434" cy="305159"/>
          </a:xfrm>
          <a:prstGeom prst="rect">
            <a:avLst/>
          </a:prstGeom>
          <a:noFill/>
        </p:spPr>
        <p:txBody>
          <a:bodyPr vertOverflow="overflow" horzOverflow="overflow" vert="horz" wrap="square" lIns="91440" tIns="45720" rIns="91440" bIns="45720" numCol="1" spcCol="0" rtlCol="0" fromWordArt="0" anchor="t" anchorCtr="0" forceAA="0" upright="0" compatLnSpc="0">
            <a:spAutoFit/>
          </a:bodyPr>
          <a:p>
            <a:pPr>
              <a:defRPr/>
            </a:pPr>
            <a:r>
              <a:rPr/>
              <a:t>24/24</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theme/_rels/theme1.xml.rels><?xml version="1.0" encoding="UTF-8" standalone="yes"?><Relationships xmlns="http://schemas.openxmlformats.org/package/2006/relationships"></Relationships>
</file>

<file path=ppt/theme/_rels/theme2.xml.rels><?xml version="1.0" encoding="UTF-8" standalone="yes"?><Relationships xmlns="http://schemas.openxmlformats.org/package/2006/relationships"></Relationships>
</file>

<file path=ppt/theme/theme1.xml><?xml version="1.0" encoding="utf-8"?>
<a:theme xmlns:a="http://schemas.openxmlformats.org/drawingml/2006/main" xmlns:r="http://schemas.openxmlformats.org/officeDocument/2006/relationships" xmlns:p="http://schemas.openxmlformats.org/presentation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Arial"/>
        <a:cs typeface="Arial"/>
      </a:majorFont>
      <a:minorFont>
        <a:latin typeface="Arial"/>
        <a:ea typeface="Arial"/>
        <a:cs typeface="Arial"/>
      </a:minorFont>
    </a:fontScheme>
    <a:fmtScheme name="Office">
      <a:fillStyleLst>
        <a:solidFill>
          <a:schemeClr val="phClr"/>
        </a:solidFill>
        <a:gradFill>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gradFill>
        <a:gradFill>
          <a:gsLst>
            <a:gs pos="0">
              <a:schemeClr val="phClr">
                <a:tint val="80000"/>
                <a:satMod val="300000"/>
              </a:schemeClr>
            </a:gs>
            <a:gs pos="100000">
              <a:schemeClr val="phClr">
                <a:shade val="30000"/>
                <a:satMod val="200000"/>
              </a:schemeClr>
            </a:gs>
          </a:gsLst>
          <a:path path="circle"/>
        </a:gradFill>
      </a:bgFillStyleLst>
    </a:fmtScheme>
  </a:themeElements>
  <a:objectDefaults/>
</a:theme>
</file>

<file path=ppt/theme/theme2.xml><?xml version="1.0" encoding="utf-8"?>
<a:theme xmlns:a="http://schemas.openxmlformats.org/drawingml/2006/main" xmlns:r="http://schemas.openxmlformats.org/officeDocument/2006/relationships" xmlns:p="http://schemas.openxmlformats.org/presentationml/2006/main" name="">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Arial"/>
        <a:cs typeface="Arial"/>
      </a:majorFont>
      <a:minorFont>
        <a:latin typeface="Arial"/>
        <a:ea typeface="Arial"/>
        <a:cs typeface="Arial"/>
      </a:minorFont>
    </a:fontScheme>
    <a:fmtScheme name="Office">
      <a:fillStyleLst>
        <a:solidFill>
          <a:schemeClr val="phClr"/>
        </a:solidFill>
        <a:gradFill>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gradFill>
        <a:gradFill>
          <a:gsLst>
            <a:gs pos="0">
              <a:schemeClr val="phClr">
                <a:tint val="80000"/>
                <a:satMod val="300000"/>
              </a:schemeClr>
            </a:gs>
            <a:gs pos="100000">
              <a:schemeClr val="phClr">
                <a:shade val="30000"/>
                <a:satMod val="200000"/>
              </a:schemeClr>
            </a:gs>
          </a:gsLst>
          <a:path path="circle"/>
        </a:gradFill>
      </a:bgFillStyleLst>
    </a:fmtScheme>
  </a:themeElements>
  <a:objectDefaults/>
</a:theme>
</file>

<file path=docProps/app.xml><?xml version="1.0" encoding="utf-8"?>
<Properties xmlns="http://schemas.openxmlformats.org/officeDocument/2006/extended-properties" xmlns:vt="http://schemas.openxmlformats.org/officeDocument/2006/docPropsVTypes">
  <Template/>
  <TotalTime>0</TotalTime>
  <Words>0</Words>
  <Application>ONLYOFFICE/8.1.1.27</Application>
  <DocSecurity>0</DocSecurity>
  <PresentationFormat>On-screen Show (4:3)</PresentationFormat>
  <Paragraphs>0</Paragraphs>
  <Slides>24</Slides>
  <Notes>24</Notes>
  <HiddenSlides>0</HiddenSlides>
  <MMClips>2</MMClips>
  <ScaleCrop>0</ScaleCrop>
  <HeadingPairs>
    <vt:vector size="4" baseType="variant">
      <vt:variant>
        <vt:lpstr>Theme</vt:lpstr>
      </vt:variant>
      <vt:variant>
        <vt:i4>1</vt:i4>
      </vt:variant>
      <vt:variant>
        <vt:lpstr>Slide Titles</vt:lpstr>
      </vt:variant>
      <vt:variant>
        <vt:i4>24</vt:i4>
      </vt:variant>
    </vt:vector>
  </HeadingPairs>
  <TitlesOfParts>
    <vt:vector size="25" baseType="lpstr">
      <vt:lpstr>Theme 1</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vector>
  </TitlesOfParts>
  <Manager/>
  <Company/>
  <LinksUpToDate>0</LinksUpToDate>
  <SharedDoc>0</SharedDoc>
  <HyperlinkBase/>
  <HyperlinksChanged>0</HyperlinksChanged>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
  <dc:identifier/>
  <dc:language/>
  <cp:lastModifiedBy/>
  <cp:revision>2</cp:revision>
  <dcterms:modified xsi:type="dcterms:W3CDTF">2025-05-15T09:01:23Z</dcterms:modified>
  <cp:category/>
  <cp:contentStatus/>
  <cp:version/>
</cp:coreProperties>
</file>